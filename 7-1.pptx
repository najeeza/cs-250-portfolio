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60"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FE926D-7F3A-367A-CB15-EA858B72FC83}" v="196" dt="2026-04-20T02:42:25.6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102" d="100"/>
          <a:sy n="102" d="100"/>
        </p:scale>
        <p:origin x="954" y="318"/>
      </p:cViewPr>
      <p:guideLst/>
    </p:cSldViewPr>
  </p:slideViewPr>
  <p:notesTextViewPr>
    <p:cViewPr>
      <p:scale>
        <a:sx n="3" d="2"/>
        <a:sy n="3" d="2"/>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BBB8170F-0370-4A38-8BF3-83D69476AE62}" type="datetime1">
              <a:rPr lang="en-US" smtClean="0"/>
              <a:t>4/19/2026</a:t>
            </a:fld>
            <a:endParaRPr lang="en-US" dirty="0"/>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318326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r>
              <a:rPr lang="en-US" dirty="0"/>
              <a:t>Footer Text</a:t>
            </a:r>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20D15516-589F-487D-BF51-9635DCEA90D5}" type="datetime1">
              <a:rPr lang="en-US" smtClean="0"/>
              <a:t>4/19/2026</a:t>
            </a:fld>
            <a:endParaRPr 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8336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6236208" cy="369417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6236208"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413504" y="207982"/>
            <a:ext cx="1682496" cy="413360"/>
          </a:xfrm>
        </p:spPr>
        <p:txBody>
          <a:bodyPr/>
          <a:lstStyle>
            <a:lvl1pPr>
              <a:defRPr>
                <a:solidFill>
                  <a:schemeClr val="tx2"/>
                </a:solidFill>
              </a:defRPr>
            </a:lvl1pPr>
          </a:lstStyle>
          <a:p>
            <a:fld id="{F7E6234A-55DB-493D-B5E3-FA55E3CA245B}" type="datetime1">
              <a:rPr lang="en-US" smtClean="0"/>
              <a:t>4/19/2026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6009801" y="207982"/>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278624" y="0"/>
            <a:ext cx="4913373" cy="6858000"/>
          </a:xfrm>
          <a:blipFill>
            <a:blip r:embed="rId2">
              <a:alphaModFix amt="80000"/>
            </a:blip>
            <a:stretch>
              <a:fillRect/>
            </a:stretch>
          </a:blipFill>
        </p:spPr>
        <p:txBody>
          <a:bodyPr/>
          <a:lstStyle>
            <a:lvl1pPr marL="0" indent="0">
              <a:buNone/>
              <a:defRPr/>
            </a:lvl1pPr>
          </a:lstStyle>
          <a:p>
            <a:r>
              <a:rPr lang="en-US" dirty="0"/>
              <a:t> </a:t>
            </a:r>
          </a:p>
        </p:txBody>
      </p:sp>
      <p:cxnSp>
        <p:nvCxnSpPr>
          <p:cNvPr id="7" name="Straight Connector 6">
            <a:extLst>
              <a:ext uri="{FF2B5EF4-FFF2-40B4-BE49-F238E27FC236}">
                <a16:creationId xmlns:a16="http://schemas.microsoft.com/office/drawing/2014/main" id="{87083F37-054B-54D7-2AD5-6DFFCC79603C}"/>
              </a:ext>
            </a:extLst>
          </p:cNvPr>
          <p:cNvCxnSpPr>
            <a:cxnSpLocks/>
          </p:cNvCxnSpPr>
          <p:nvPr/>
        </p:nvCxnSpPr>
        <p:spPr>
          <a:xfrm>
            <a:off x="0" y="5287974"/>
            <a:ext cx="72776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99AB8D9-761C-35FC-CA6D-1317D71DF6BE}"/>
              </a:ext>
            </a:extLst>
          </p:cNvPr>
          <p:cNvCxnSpPr>
            <a:cxnSpLocks/>
          </p:cNvCxnSpPr>
          <p:nvPr/>
        </p:nvCxnSpPr>
        <p:spPr>
          <a:xfrm flipV="1">
            <a:off x="7277621" y="0"/>
            <a:ext cx="0" cy="6858001"/>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72453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BD5D1244-0536-4076-95F8-65E3144966FF}" type="datetime1">
              <a:rPr lang="en-US" smtClean="0"/>
              <a:t>4/19/2026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876234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AEB3F954-B0A7-AD5D-A897-AAA57CEEA771}"/>
              </a:ext>
            </a:extLst>
          </p:cNvPr>
          <p:cNvSpPr>
            <a:spLocks noGrp="1"/>
          </p:cNvSpPr>
          <p:nvPr>
            <p:ph type="pic" sz="quarter" idx="13" hasCustomPrompt="1"/>
          </p:nvPr>
        </p:nvSpPr>
        <p:spPr>
          <a:xfrm>
            <a:off x="0" y="0"/>
            <a:ext cx="12198096" cy="6858000"/>
          </a:xfrm>
          <a:custGeom>
            <a:avLst/>
            <a:gdLst>
              <a:gd name="connsiteX0" fmla="*/ 6914322 w 12198096"/>
              <a:gd name="connsiteY0" fmla="*/ 789558 h 6858000"/>
              <a:gd name="connsiteX1" fmla="*/ 6914322 w 12198096"/>
              <a:gd name="connsiteY1" fmla="*/ 6106620 h 6858000"/>
              <a:gd name="connsiteX2" fmla="*/ 11547659 w 12198096"/>
              <a:gd name="connsiteY2" fmla="*/ 6106620 h 6858000"/>
              <a:gd name="connsiteX3" fmla="*/ 11547659 w 12198096"/>
              <a:gd name="connsiteY3" fmla="*/ 789558 h 6858000"/>
              <a:gd name="connsiteX4" fmla="*/ 0 w 12198096"/>
              <a:gd name="connsiteY4" fmla="*/ 0 h 6858000"/>
              <a:gd name="connsiteX5" fmla="*/ 12198096 w 12198096"/>
              <a:gd name="connsiteY5" fmla="*/ 0 h 6858000"/>
              <a:gd name="connsiteX6" fmla="*/ 12198096 w 12198096"/>
              <a:gd name="connsiteY6" fmla="*/ 6858000 h 6858000"/>
              <a:gd name="connsiteX7" fmla="*/ 0 w 121980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8096" h="6858000">
                <a:moveTo>
                  <a:pt x="6914322" y="789558"/>
                </a:moveTo>
                <a:lnTo>
                  <a:pt x="6914322" y="6106620"/>
                </a:lnTo>
                <a:lnTo>
                  <a:pt x="11547659" y="6106620"/>
                </a:lnTo>
                <a:lnTo>
                  <a:pt x="11547659" y="789558"/>
                </a:lnTo>
                <a:close/>
                <a:moveTo>
                  <a:pt x="0" y="0"/>
                </a:moveTo>
                <a:lnTo>
                  <a:pt x="12198096" y="0"/>
                </a:lnTo>
                <a:lnTo>
                  <a:pt x="121980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6914324" y="789558"/>
            <a:ext cx="4633337" cy="4212210"/>
          </a:xfrm>
          <a:solidFill>
            <a:schemeClr val="bg2"/>
          </a:solidFill>
          <a:ln>
            <a:solidFill>
              <a:schemeClr val="tx2"/>
            </a:solidFill>
          </a:ln>
        </p:spPr>
        <p:txBody>
          <a:bodyPr vert="horz" lIns="320040" tIns="347472" rIns="228600" bIns="45720" rtlCol="0" anchor="t">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6914322" y="4994648"/>
            <a:ext cx="4633338" cy="1111972"/>
          </a:xfrm>
          <a:solidFill>
            <a:schemeClr val="bg2"/>
          </a:solidFill>
          <a:ln>
            <a:solidFill>
              <a:schemeClr val="tx2"/>
            </a:solidFill>
          </a:ln>
        </p:spPr>
        <p:txBody>
          <a:bodyPr vert="horz" lIns="320040" tIns="45720" rIns="27432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14323" y="207982"/>
            <a:ext cx="2687062" cy="413360"/>
          </a:xfrm>
        </p:spPr>
        <p:txBody>
          <a:bodyPr/>
          <a:lstStyle>
            <a:lvl1pPr>
              <a:defRPr>
                <a:solidFill>
                  <a:srgbClr val="FFFFFF"/>
                </a:solidFill>
                <a:effectLst>
                  <a:outerShdw blurRad="38100" dist="38100" dir="2700000" algn="tl">
                    <a:srgbClr val="000000">
                      <a:alpha val="43137"/>
                    </a:srgbClr>
                  </a:outerShdw>
                </a:effectLst>
              </a:defRPr>
            </a:lvl1pPr>
          </a:lstStyle>
          <a:p>
            <a:fld id="{AC13FD3B-23EF-4174-AD3C-BC50B64D7857}" type="datetime1">
              <a:rPr lang="en-US" smtClean="0"/>
              <a:t>4/19/2026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3351154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5422392" cy="3822192"/>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86400"/>
            <a:ext cx="5422391" cy="97840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815840" y="207982"/>
            <a:ext cx="1280160" cy="413360"/>
          </a:xfrm>
        </p:spPr>
        <p:txBody>
          <a:bodyPr/>
          <a:lstStyle/>
          <a:p>
            <a:fld id="{630E96CE-B7D5-4325-A1C8-DFEADC4BE081}" type="datetime1">
              <a:rPr lang="en-US" smtClean="0"/>
              <a:t>4/19/2026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5982383" y="207982"/>
            <a:ext cx="546447" cy="413360"/>
          </a:xfrm>
        </p:spPr>
        <p:txBody>
          <a:body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035554" y="0"/>
            <a:ext cx="5156444" cy="6858000"/>
          </a:xfrm>
          <a:blipFill dpi="0" rotWithShape="1">
            <a:blip r:embed="rId2">
              <a:alphaModFix amt="80000"/>
            </a:blip>
            <a:srcRect/>
            <a:stretch>
              <a:fillRect/>
            </a:stretch>
          </a:blipFill>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E1B20121-9211-E62C-6EDF-8301AE0A0865}"/>
              </a:ext>
            </a:extLst>
          </p:cNvPr>
          <p:cNvCxnSpPr>
            <a:cxnSpLocks/>
          </p:cNvCxnSpPr>
          <p:nvPr/>
        </p:nvCxnSpPr>
        <p:spPr>
          <a:xfrm>
            <a:off x="-4130" y="5215687"/>
            <a:ext cx="703225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BA69D92-87B2-B41F-6979-69668092108B}"/>
              </a:ext>
            </a:extLst>
          </p:cNvPr>
          <p:cNvCxnSpPr>
            <a:cxnSpLocks/>
          </p:cNvCxnSpPr>
          <p:nvPr/>
        </p:nvCxnSpPr>
        <p:spPr>
          <a:xfrm flipV="1">
            <a:off x="7028120" y="0"/>
            <a:ext cx="0" cy="685800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875416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9287134" cy="3410712"/>
          </a:xfrm>
        </p:spPr>
        <p:txBody>
          <a:bodyPr vert="horz" lIns="91440" tIns="45720" rIns="91440" bIns="45720" rtlCol="0" anchor="t">
            <a:normAutofit/>
          </a:bodyPr>
          <a:lstStyle>
            <a:lvl1pPr>
              <a:defRPr lang="en-US" sz="125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11155680"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2"/>
                </a:solidFill>
              </a:defRPr>
            </a:lvl1pPr>
          </a:lstStyle>
          <a:p>
            <a:fld id="{09DAD850-6AC5-466F-AC13-19EF30EEFBC3}" type="datetime1">
              <a:rPr lang="en-US" smtClean="0"/>
              <a:t>4/19/2026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9D0B70F0-3BE4-FD57-7260-3612F25DFB6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8588333"/>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E8F94E15-B448-489B-871D-A40527BFA7B7}" type="datetime1">
              <a:rPr lang="en-US" smtClean="0"/>
              <a:t>4/19/2026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647840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1426464"/>
            <a:ext cx="9528048" cy="4183468"/>
          </a:xfrm>
        </p:spPr>
        <p:txBody>
          <a:bodyPr vert="horz" lIns="91440" tIns="45720" rIns="91440" bIns="45720" rtlCol="0" anchor="b">
            <a:normAutofit/>
          </a:bodyPr>
          <a:lstStyle>
            <a:lvl1pPr>
              <a:defRPr lang="en-US" sz="115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779008"/>
            <a:ext cx="9528047" cy="923544"/>
          </a:xfr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680069" y="207982"/>
            <a:ext cx="2168017" cy="413360"/>
          </a:xfrm>
        </p:spPr>
        <p:txBody>
          <a:bodyPr/>
          <a:lstStyle/>
          <a:p>
            <a:fld id="{D9253186-4750-42D8-B836-81746FB2A999}" type="datetime1">
              <a:rPr lang="en-US" smtClean="0"/>
              <a:t>4/19/2026</a:t>
            </a:fld>
            <a:endParaRPr lang="en-US" dirty="0"/>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8F6B2E7A-179E-B6D8-4F25-0673E53A95D4}"/>
              </a:ext>
            </a:extLst>
          </p:cNvPr>
          <p:cNvCxnSpPr>
            <a:cxnSpLocks/>
          </p:cNvCxnSpPr>
          <p:nvPr/>
        </p:nvCxnSpPr>
        <p:spPr>
          <a:xfrm>
            <a:off x="1" y="790415"/>
            <a:ext cx="12191999"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577576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CE994A23-0EFF-404D-A2C5-6B54939039AD}" type="datetime1">
              <a:rPr lang="en-US" smtClean="0"/>
              <a:t>4/19/2026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5058513"/>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accent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accent1"/>
                </a:solidFill>
              </a:defRPr>
            </a:lvl1pPr>
          </a:lstStyle>
          <a:p>
            <a:r>
              <a:rPr lang="en-US" dirty="0"/>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accent1"/>
                </a:solidFill>
              </a:defRPr>
            </a:lvl1pPr>
          </a:lstStyle>
          <a:p>
            <a:fld id="{4B393500-FDAE-4B7A-8E90-4B7ED0649363}" type="datetime1">
              <a:rPr lang="en-US" smtClean="0"/>
              <a:t>4/19/2026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accent1"/>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6700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D9D311C3-93DB-42DC-917F-4386F19A1E3B}" type="datetime1">
              <a:rPr lang="en-US" smtClean="0"/>
              <a:t>4/19/2026</a:t>
            </a:fld>
            <a:endParaRPr 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7211878"/>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948C47DC-C479-4517-B1B0-94DB01BA76E7}"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2012978"/>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394368" y="1589105"/>
            <a:ext cx="5403264" cy="1622994"/>
          </a:xfrm>
        </p:spPr>
        <p:txBody>
          <a:bodyPr vert="horz" lIns="91440" tIns="45720" rIns="91440" bIns="45720" rtlCol="0" anchor="b">
            <a:normAutofit/>
          </a:bodyPr>
          <a:lstStyle>
            <a:lvl1pPr algn="ctr">
              <a:defRPr lang="en-US" sz="44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D956E9D4-3B6F-5DDD-5E3B-A829B10ED9F1}"/>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394368" y="3395398"/>
            <a:ext cx="5403264" cy="1837985"/>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F60BAB4-BB08-FD4A-678D-2FFE35A0DFDA}"/>
              </a:ext>
            </a:extLst>
          </p:cNvPr>
          <p:cNvSpPr>
            <a:spLocks noGrp="1"/>
          </p:cNvSpPr>
          <p:nvPr>
            <p:ph type="dt" sz="half" idx="10"/>
          </p:nvPr>
        </p:nvSpPr>
        <p:spPr/>
        <p:txBody>
          <a:bodyPr/>
          <a:lstStyle/>
          <a:p>
            <a:fld id="{B24F1FC4-E055-4072-90AD-B359FC529E8A}" type="datetime1">
              <a:rPr lang="en-US" smtClean="0"/>
              <a:t>4/19/2026</a:t>
            </a:fld>
            <a:endParaRPr lang="en-US"/>
          </a:p>
        </p:txBody>
      </p:sp>
      <p:sp>
        <p:nvSpPr>
          <p:cNvPr id="10" name="Slide Number Placeholder 9">
            <a:extLst>
              <a:ext uri="{FF2B5EF4-FFF2-40B4-BE49-F238E27FC236}">
                <a16:creationId xmlns:a16="http://schemas.microsoft.com/office/drawing/2014/main" id="{DBF6EF0E-4178-1F33-0BF9-2A2B4C33C257}"/>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801A3D6-493E-2CE6-4153-5A2D3C978311}"/>
              </a:ext>
            </a:extLst>
          </p:cNvPr>
          <p:cNvCxnSpPr>
            <a:cxnSpLocks/>
          </p:cNvCxnSpPr>
          <p:nvPr/>
        </p:nvCxnSpPr>
        <p:spPr>
          <a:xfrm>
            <a:off x="2673336"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D7E29DE-22CD-1512-C9E7-51C4D8B5F337}"/>
              </a:ext>
            </a:extLst>
          </p:cNvPr>
          <p:cNvCxnSpPr>
            <a:cxnSpLocks/>
          </p:cNvCxnSpPr>
          <p:nvPr/>
        </p:nvCxnSpPr>
        <p:spPr>
          <a:xfrm>
            <a:off x="9526413"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7271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2" y="1100834"/>
            <a:ext cx="8533261" cy="2314842"/>
          </a:xfrm>
        </p:spPr>
        <p:txBody>
          <a:bodyPr vert="horz" lIns="91440" tIns="45720" rIns="91440" bIns="45720" rtlCol="0" anchor="t">
            <a:normAutofit/>
          </a:bodyPr>
          <a:lstStyle>
            <a:lvl1pPr>
              <a:defRPr lang="en-US" sz="8000" dirty="0"/>
            </a:lvl1pPr>
          </a:lstStyle>
          <a:p>
            <a:pPr lvl="0"/>
            <a:r>
              <a:rPr lang="en-US"/>
              <a:t>Click to edit Master title style</a:t>
            </a:r>
            <a:endParaRPr lang="en-US" dirty="0"/>
          </a:p>
        </p:txBody>
      </p:sp>
      <p:sp>
        <p:nvSpPr>
          <p:cNvPr id="12" name="Footer Placeholder 11">
            <a:extLst>
              <a:ext uri="{FF2B5EF4-FFF2-40B4-BE49-F238E27FC236}">
                <a16:creationId xmlns:a16="http://schemas.microsoft.com/office/drawing/2014/main" id="{F6B2ADB6-8B11-5463-D307-3F4916CA6A70}"/>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566893" y="3442324"/>
            <a:ext cx="3894179" cy="2274889"/>
          </a:xfrm>
        </p:spPr>
        <p:txBody>
          <a:bodyPr vert="horz" lIns="91440" tIns="45720" rIns="91440" bIns="45720" rtlCol="0" anchor="b">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1A9A27FE-5C62-0E4C-1D35-2B5BE652199D}"/>
              </a:ext>
            </a:extLst>
          </p:cNvPr>
          <p:cNvSpPr>
            <a:spLocks noGrp="1"/>
          </p:cNvSpPr>
          <p:nvPr>
            <p:ph type="dt" sz="half" idx="10"/>
          </p:nvPr>
        </p:nvSpPr>
        <p:spPr/>
        <p:txBody>
          <a:bodyPr/>
          <a:lstStyle/>
          <a:p>
            <a:fld id="{69AE50BB-FE55-4F45-B460-B5BF3CD2BA72}" type="datetime1">
              <a:rPr lang="en-US" smtClean="0"/>
              <a:t>4/19/2026</a:t>
            </a:fld>
            <a:endParaRPr lang="en-US"/>
          </a:p>
        </p:txBody>
      </p:sp>
      <p:sp>
        <p:nvSpPr>
          <p:cNvPr id="13" name="Slide Number Placeholder 12">
            <a:extLst>
              <a:ext uri="{FF2B5EF4-FFF2-40B4-BE49-F238E27FC236}">
                <a16:creationId xmlns:a16="http://schemas.microsoft.com/office/drawing/2014/main" id="{047450B0-6060-60C9-5AC2-20186A242445}"/>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59937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F92C9D0B-C1A3-434D-9CF9-A666A14DD8A1}" type="datetime1">
              <a:rPr lang="en-US" smtClean="0"/>
              <a:t>4/19/2026</a:t>
            </a:fld>
            <a:endParaRPr 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89988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1264785"/>
            <a:ext cx="4479107" cy="4315917"/>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922A59EF-3E61-0654-D289-2E1D6B738BA9}"/>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1264782"/>
            <a:ext cx="5869293" cy="43159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1E4E1FBF-A73A-1962-4961-FD2DDB212A04}"/>
              </a:ext>
            </a:extLst>
          </p:cNvPr>
          <p:cNvSpPr>
            <a:spLocks noGrp="1"/>
          </p:cNvSpPr>
          <p:nvPr>
            <p:ph type="dt" sz="half" idx="10"/>
          </p:nvPr>
        </p:nvSpPr>
        <p:spPr>
          <a:xfrm>
            <a:off x="5751577" y="207982"/>
            <a:ext cx="1921315" cy="413360"/>
          </a:xfrm>
        </p:spPr>
        <p:txBody>
          <a:bodyPr/>
          <a:lstStyle/>
          <a:p>
            <a:fld id="{A160C79D-A598-4F1A-884F-A703D5B0FD7B}" type="datetime1">
              <a:rPr lang="en-US" smtClean="0"/>
              <a:t>4/19/2026</a:t>
            </a:fld>
            <a:endParaRPr lang="en-US"/>
          </a:p>
        </p:txBody>
      </p:sp>
      <p:sp>
        <p:nvSpPr>
          <p:cNvPr id="11" name="Slide Number Placeholder 10">
            <a:extLst>
              <a:ext uri="{FF2B5EF4-FFF2-40B4-BE49-F238E27FC236}">
                <a16:creationId xmlns:a16="http://schemas.microsoft.com/office/drawing/2014/main" id="{EB5754BB-F3CF-1B1E-E0B8-85D0578CB61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787587"/>
            <a:ext cx="0" cy="527031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63667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742A22FE-7CAA-4561-B3B2-F8D8C37BE3D2}" type="datetime1">
              <a:rPr lang="en-US" smtClean="0"/>
              <a:t>4/19/2026</a:t>
            </a:fld>
            <a:endParaRPr 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3854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1034473"/>
            <a:ext cx="11420337" cy="1582221"/>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974109"/>
            <a:ext cx="11420336" cy="34015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E617F9A-AF72-E9F9-FE67-264CFD0B855C}"/>
              </a:ext>
            </a:extLst>
          </p:cNvPr>
          <p:cNvSpPr>
            <a:spLocks noGrp="1"/>
          </p:cNvSpPr>
          <p:nvPr>
            <p:ph type="ftr" sz="quarter" idx="11"/>
          </p:nvPr>
        </p:nvSpPr>
        <p:spPr/>
        <p:txBody>
          <a:bodyPr/>
          <a:lstStyle/>
          <a:p>
            <a:r>
              <a:rPr lang="en-US" dirty="0"/>
              <a:t>Footer Text</a:t>
            </a:r>
          </a:p>
        </p:txBody>
      </p:sp>
      <p:sp>
        <p:nvSpPr>
          <p:cNvPr id="8" name="Date Placeholder 7">
            <a:extLst>
              <a:ext uri="{FF2B5EF4-FFF2-40B4-BE49-F238E27FC236}">
                <a16:creationId xmlns:a16="http://schemas.microsoft.com/office/drawing/2014/main" id="{70522668-B624-9A0D-743B-874B6468AC18}"/>
              </a:ext>
            </a:extLst>
          </p:cNvPr>
          <p:cNvSpPr>
            <a:spLocks noGrp="1"/>
          </p:cNvSpPr>
          <p:nvPr>
            <p:ph type="dt" sz="half" idx="10"/>
          </p:nvPr>
        </p:nvSpPr>
        <p:spPr/>
        <p:txBody>
          <a:bodyPr/>
          <a:lstStyle/>
          <a:p>
            <a:fld id="{7DD67DB9-842B-4031-A4D5-ECF9E159B606}" type="datetime1">
              <a:rPr lang="en-US" smtClean="0"/>
              <a:t>4/19/2026</a:t>
            </a:fld>
            <a:endParaRPr lang="en-US"/>
          </a:p>
        </p:txBody>
      </p:sp>
      <p:sp>
        <p:nvSpPr>
          <p:cNvPr id="10" name="Slide Number Placeholder 9">
            <a:extLst>
              <a:ext uri="{FF2B5EF4-FFF2-40B4-BE49-F238E27FC236}">
                <a16:creationId xmlns:a16="http://schemas.microsoft.com/office/drawing/2014/main" id="{F09EC300-3CBF-3BA7-991F-4143EBA209C4}"/>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2703185"/>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56480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5088" y="1249959"/>
            <a:ext cx="3578905" cy="5125673"/>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34E7AB67-A25E-F99D-7053-223A31AB4A91}"/>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75958" y="1249958"/>
            <a:ext cx="7022846" cy="53629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44B773E1-C0C5-10BC-5283-0943095DF2D9}"/>
              </a:ext>
            </a:extLst>
          </p:cNvPr>
          <p:cNvSpPr>
            <a:spLocks noGrp="1"/>
          </p:cNvSpPr>
          <p:nvPr>
            <p:ph type="dt" sz="half" idx="10"/>
          </p:nvPr>
        </p:nvSpPr>
        <p:spPr>
          <a:xfrm>
            <a:off x="4775958" y="207982"/>
            <a:ext cx="1921315" cy="413360"/>
          </a:xfrm>
        </p:spPr>
        <p:txBody>
          <a:bodyPr/>
          <a:lstStyle/>
          <a:p>
            <a:fld id="{CBE35CD3-9190-4B1C-AA9F-C899B0873567}" type="datetime1">
              <a:rPr lang="en-US" smtClean="0"/>
              <a:t>4/19/2026</a:t>
            </a:fld>
            <a:endParaRPr lang="en-US"/>
          </a:p>
        </p:txBody>
      </p:sp>
      <p:sp>
        <p:nvSpPr>
          <p:cNvPr id="10" name="Slide Number Placeholder 9">
            <a:extLst>
              <a:ext uri="{FF2B5EF4-FFF2-40B4-BE49-F238E27FC236}">
                <a16:creationId xmlns:a16="http://schemas.microsoft.com/office/drawing/2014/main" id="{8E615B6D-D0FF-BC11-9C32-FDA7B7D08BA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336321"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20253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83140"/>
            <a:ext cx="11452341"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2" name="Footer Placeholder 11">
            <a:extLst>
              <a:ext uri="{FF2B5EF4-FFF2-40B4-BE49-F238E27FC236}">
                <a16:creationId xmlns:a16="http://schemas.microsoft.com/office/drawing/2014/main" id="{E3CC60A8-3DE8-B0E7-1EC5-2B337CF2BA7D}"/>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1743311"/>
            <a:ext cx="11452342" cy="491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E47EB01C-FB71-1416-6F69-B25D90D39C0F}"/>
              </a:ext>
            </a:extLst>
          </p:cNvPr>
          <p:cNvSpPr>
            <a:spLocks noGrp="1"/>
          </p:cNvSpPr>
          <p:nvPr>
            <p:ph type="dt" sz="half" idx="10"/>
          </p:nvPr>
        </p:nvSpPr>
        <p:spPr/>
        <p:txBody>
          <a:bodyPr/>
          <a:lstStyle/>
          <a:p>
            <a:fld id="{52A7ABF8-FBB9-4C71-BBD7-96C5E24AE291}" type="datetime1">
              <a:rPr lang="en-US" smtClean="0"/>
              <a:t>4/19/2026</a:t>
            </a:fld>
            <a:endParaRPr lang="en-US"/>
          </a:p>
        </p:txBody>
      </p:sp>
      <p:sp>
        <p:nvSpPr>
          <p:cNvPr id="13" name="Slide Number Placeholder 12">
            <a:extLst>
              <a:ext uri="{FF2B5EF4-FFF2-40B4-BE49-F238E27FC236}">
                <a16:creationId xmlns:a16="http://schemas.microsoft.com/office/drawing/2014/main" id="{8E842DA4-700F-A2D4-6AB8-0BAEDF3210B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C5BF1F3F-87E2-1270-FB4D-FD251AD7E63C}"/>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83715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491FA625-EDE8-4CCD-93F2-36B8EAED6AA1}"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23895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649965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1"/>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364879" y="210311"/>
            <a:ext cx="1679642" cy="411480"/>
          </a:xfrm>
        </p:spPr>
        <p:txBody>
          <a:bodyPr/>
          <a:lstStyle/>
          <a:p>
            <a:fld id="{18520A44-1A63-4FB7-80E4-61FF907A138E}"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6147480"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2944368"/>
            <a:ext cx="6499657"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77621" y="0"/>
            <a:ext cx="4914379"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272857"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1667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r>
              <a:rPr lang="en-US" dirty="0"/>
              <a:t>Footer Text</a:t>
            </a:r>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5824A7B9-17B9-4425-9158-739F678A55EB}" type="datetime1">
              <a:rPr lang="en-US" smtClean="0"/>
              <a:t>4/19/2026</a:t>
            </a:fld>
            <a:endParaRPr lang="en-US" dirty="0"/>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35810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r>
              <a:rPr lang="en-US" dirty="0"/>
              <a:t>Footer Text</a:t>
            </a:r>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28E8FF4C-7F6A-4962-9270-F797B8959287}" type="datetime1">
              <a:rPr lang="en-US" smtClean="0"/>
              <a:t>4/19/2026</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18029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749808"/>
            <a:ext cx="416367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7520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73675" y="210312"/>
            <a:ext cx="1058111" cy="411480"/>
          </a:xfrm>
        </p:spPr>
        <p:txBody>
          <a:bodyPr/>
          <a:lstStyle/>
          <a:p>
            <a:fld id="{A2955807-6726-42C9-B7D5-F5CAD1E31DC0}" type="datetime1">
              <a:rPr lang="en-US" smtClean="0"/>
              <a:t>4/19/2026</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54543" y="210312"/>
            <a:ext cx="440969" cy="413360"/>
          </a:xfrm>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61" y="2944368"/>
            <a:ext cx="4163674"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881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01013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064F86E1-145A-4683-AD05-97E7E41B4995}" type="datetime1">
              <a:rPr lang="en-US" smtClean="0"/>
              <a:t>4/19/2026</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76881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670308" y="853949"/>
            <a:ext cx="4102574" cy="151607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1" y="0"/>
            <a:ext cx="7285976"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7670308" y="213482"/>
            <a:ext cx="2129674"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930367" y="210312"/>
            <a:ext cx="1216834" cy="411480"/>
          </a:xfrm>
        </p:spPr>
        <p:txBody>
          <a:bodyPr/>
          <a:lstStyle/>
          <a:p>
            <a:fld id="{3E021DF1-F92E-444A-9AEF-304BD60FF6DA}"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26453" y="210312"/>
            <a:ext cx="679998"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70308" y="2578607"/>
            <a:ext cx="4102585"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19E9D652-D7DE-25C0-FCD7-3031AEEB0C6C}"/>
              </a:ext>
            </a:extLst>
          </p:cNvPr>
          <p:cNvCxnSpPr>
            <a:cxnSpLocks/>
          </p:cNvCxnSpPr>
          <p:nvPr/>
        </p:nvCxnSpPr>
        <p:spPr>
          <a:xfrm>
            <a:off x="7291894"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79826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96B14CE5-CB23-4F24-AF40-FFA10F25B799}"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41346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r>
              <a:rPr lang="en-US" dirty="0"/>
              <a:t>Footer Text</a:t>
            </a:r>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C939A3FF-4925-4C53-B6D9-F2B1807D4179}" type="datetime1">
              <a:rPr lang="en-US" smtClean="0"/>
              <a:t>4/19/2026</a:t>
            </a:fld>
            <a:endParaRPr 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22840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3"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58B12C2E-FD87-6FEB-F35D-ABCDF00C8DFA}"/>
              </a:ext>
            </a:extLst>
          </p:cNvPr>
          <p:cNvSpPr>
            <a:spLocks noGrp="1"/>
          </p:cNvSpPr>
          <p:nvPr>
            <p:ph type="ftr" sz="quarter" idx="15"/>
          </p:nvPr>
        </p:nvSpPr>
        <p:spPr/>
        <p:txBody>
          <a:bodyPr/>
          <a:lstStyle/>
          <a:p>
            <a:r>
              <a:rPr lang="en-US" dirty="0"/>
              <a:t>Footer Text</a:t>
            </a:r>
          </a:p>
        </p:txBody>
      </p:sp>
      <p:sp>
        <p:nvSpPr>
          <p:cNvPr id="7" name="Date Placeholder 6">
            <a:extLst>
              <a:ext uri="{FF2B5EF4-FFF2-40B4-BE49-F238E27FC236}">
                <a16:creationId xmlns:a16="http://schemas.microsoft.com/office/drawing/2014/main" id="{85656A87-5539-46DA-CF5D-F2506ECA3F8D}"/>
              </a:ext>
            </a:extLst>
          </p:cNvPr>
          <p:cNvSpPr>
            <a:spLocks noGrp="1"/>
          </p:cNvSpPr>
          <p:nvPr>
            <p:ph type="dt" sz="half" idx="14"/>
          </p:nvPr>
        </p:nvSpPr>
        <p:spPr/>
        <p:txBody>
          <a:bodyPr/>
          <a:lstStyle/>
          <a:p>
            <a:fld id="{C3A045AE-50EB-46C6-B8D1-C8DF92FBD24F}" type="datetime1">
              <a:rPr lang="en-US" smtClean="0"/>
              <a:t>4/19/2026</a:t>
            </a:fld>
            <a:endParaRPr lang="en-US"/>
          </a:p>
        </p:txBody>
      </p:sp>
      <p:sp>
        <p:nvSpPr>
          <p:cNvPr id="12" name="Slide Number Placeholder 11">
            <a:extLst>
              <a:ext uri="{FF2B5EF4-FFF2-40B4-BE49-F238E27FC236}">
                <a16:creationId xmlns:a16="http://schemas.microsoft.com/office/drawing/2014/main" id="{01AB7173-DF2F-B8EA-F83D-4C7263C765EB}"/>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1834525"/>
            <a:ext cx="4905942" cy="50234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2911" y="2180556"/>
            <a:ext cx="6435936" cy="430476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4914379"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33545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7"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BBEAB049-8AFC-5262-0ECB-2E9CDA2066B9}"/>
              </a:ext>
            </a:extLst>
          </p:cNvPr>
          <p:cNvSpPr>
            <a:spLocks noGrp="1"/>
          </p:cNvSpPr>
          <p:nvPr>
            <p:ph type="ftr" sz="quarter" idx="15"/>
          </p:nvPr>
        </p:nvSpPr>
        <p:spPr/>
        <p:txBody>
          <a:bodyPr/>
          <a:lstStyle/>
          <a:p>
            <a:r>
              <a:rPr lang="en-US" dirty="0"/>
              <a:t>Footer Text</a:t>
            </a:r>
          </a:p>
        </p:txBody>
      </p:sp>
      <p:sp>
        <p:nvSpPr>
          <p:cNvPr id="7" name="Date Placeholder 6">
            <a:extLst>
              <a:ext uri="{FF2B5EF4-FFF2-40B4-BE49-F238E27FC236}">
                <a16:creationId xmlns:a16="http://schemas.microsoft.com/office/drawing/2014/main" id="{6E26863A-85CF-52FA-E2B2-AF70382C6922}"/>
              </a:ext>
            </a:extLst>
          </p:cNvPr>
          <p:cNvSpPr>
            <a:spLocks noGrp="1"/>
          </p:cNvSpPr>
          <p:nvPr>
            <p:ph type="dt" sz="half" idx="14"/>
          </p:nvPr>
        </p:nvSpPr>
        <p:spPr/>
        <p:txBody>
          <a:bodyPr/>
          <a:lstStyle/>
          <a:p>
            <a:fld id="{E1987558-2E71-415A-A90B-E63D7A0329F1}" type="datetime1">
              <a:rPr lang="en-US" smtClean="0"/>
              <a:t>4/19/2026</a:t>
            </a:fld>
            <a:endParaRPr lang="en-US"/>
          </a:p>
        </p:txBody>
      </p:sp>
      <p:sp>
        <p:nvSpPr>
          <p:cNvPr id="12" name="Slide Number Placeholder 11">
            <a:extLst>
              <a:ext uri="{FF2B5EF4-FFF2-40B4-BE49-F238E27FC236}">
                <a16:creationId xmlns:a16="http://schemas.microsoft.com/office/drawing/2014/main" id="{1DF7822C-4885-9FA2-F9E5-E0B61BDDB41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6419605" cy="437535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86058" y="1834525"/>
            <a:ext cx="490594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7286058"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74491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220747AD-BB60-464B-B16B-6CC7DCEAA31E}"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84247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4364336"/>
            <a:ext cx="3593592" cy="164772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3985863"/>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0" y="4321099"/>
            <a:ext cx="7136195" cy="206742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5"/>
            <a:ext cx="2962656" cy="36576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0" y="6437375"/>
            <a:ext cx="4549414" cy="365760"/>
          </a:xfrm>
        </p:spPr>
        <p:txBody>
          <a:bodyPr/>
          <a:lstStyle/>
          <a:p>
            <a:fld id="{9215AEAD-579C-4AC1-88F0-8AB8BCFD43FD}"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3657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3985863"/>
            <a:ext cx="0" cy="287213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985863"/>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20600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3593592" cy="164212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210311"/>
            <a:ext cx="4549413" cy="411480"/>
          </a:xfrm>
        </p:spPr>
        <p:txBody>
          <a:bodyPr/>
          <a:lstStyle/>
          <a:p>
            <a:fld id="{6F2DDD3F-C716-416F-92A0-B3CC5AC8AFF6}"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717941"/>
            <a:ext cx="7073776" cy="206654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3048520"/>
            <a:ext cx="12198096" cy="3809480"/>
          </a:xfrm>
          <a:blipFill>
            <a:blip r:embed="rId2">
              <a:alphaModFix amt="80000"/>
            </a:blip>
            <a:stretch>
              <a:fillRect/>
            </a:stretch>
          </a:blipFill>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0"/>
            <a:ext cx="0" cy="3045465"/>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045465"/>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22242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4392B674-7AB8-8272-87B1-5B7038F7CB85}"/>
              </a:ext>
            </a:extLst>
          </p:cNvPr>
          <p:cNvSpPr>
            <a:spLocks noGrp="1"/>
          </p:cNvSpPr>
          <p:nvPr>
            <p:ph type="pic" sz="quarter" idx="13" hasCustomPrompt="1"/>
          </p:nvPr>
        </p:nvSpPr>
        <p:spPr>
          <a:xfrm>
            <a:off x="0" y="0"/>
            <a:ext cx="12191996" cy="6858000"/>
          </a:xfrm>
          <a:custGeom>
            <a:avLst/>
            <a:gdLst>
              <a:gd name="connsiteX0" fmla="*/ 795631 w 12191996"/>
              <a:gd name="connsiteY0" fmla="*/ 789997 h 6858000"/>
              <a:gd name="connsiteX1" fmla="*/ 795631 w 12191996"/>
              <a:gd name="connsiteY1" fmla="*/ 6068003 h 6858000"/>
              <a:gd name="connsiteX2" fmla="*/ 4649508 w 12191996"/>
              <a:gd name="connsiteY2" fmla="*/ 6068003 h 6858000"/>
              <a:gd name="connsiteX3" fmla="*/ 4649508 w 12191996"/>
              <a:gd name="connsiteY3" fmla="*/ 789997 h 6858000"/>
              <a:gd name="connsiteX4" fmla="*/ 0 w 12191996"/>
              <a:gd name="connsiteY4" fmla="*/ 0 h 6858000"/>
              <a:gd name="connsiteX5" fmla="*/ 12191996 w 12191996"/>
              <a:gd name="connsiteY5" fmla="*/ 0 h 6858000"/>
              <a:gd name="connsiteX6" fmla="*/ 12191996 w 12191996"/>
              <a:gd name="connsiteY6" fmla="*/ 6858000 h 6858000"/>
              <a:gd name="connsiteX7" fmla="*/ 0 w 121919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6" h="6858000">
                <a:moveTo>
                  <a:pt x="795631" y="789997"/>
                </a:moveTo>
                <a:lnTo>
                  <a:pt x="795631" y="6068003"/>
                </a:lnTo>
                <a:lnTo>
                  <a:pt x="4649508" y="6068003"/>
                </a:lnTo>
                <a:lnTo>
                  <a:pt x="4649508" y="789997"/>
                </a:lnTo>
                <a:close/>
                <a:moveTo>
                  <a:pt x="0" y="0"/>
                </a:moveTo>
                <a:lnTo>
                  <a:pt x="12191996" y="0"/>
                </a:lnTo>
                <a:lnTo>
                  <a:pt x="121919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95631" y="789997"/>
            <a:ext cx="3853877" cy="5280546"/>
          </a:xfrm>
          <a:solidFill>
            <a:schemeClr val="bg2"/>
          </a:solidFill>
          <a:ln>
            <a:solidFill>
              <a:schemeClr val="tx2"/>
            </a:solidFill>
          </a:ln>
        </p:spPr>
        <p:txBody>
          <a:bodyPr vert="horz" lIns="45720" tIns="320040" rIns="91440" bIns="3840480" rtlCol="0" anchor="t">
            <a:normAutofit/>
          </a:bodyPr>
          <a:lstStyle>
            <a:lvl1pPr marL="182880">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688899" cy="411480"/>
          </a:xfrm>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129520" y="210312"/>
            <a:ext cx="1060704" cy="411480"/>
          </a:xfrm>
        </p:spPr>
        <p:txBody>
          <a:bodyPr/>
          <a:lstStyle>
            <a:lvl1pPr>
              <a:defRPr>
                <a:solidFill>
                  <a:srgbClr val="FFFFFF"/>
                </a:solidFill>
                <a:effectLst>
                  <a:outerShdw blurRad="38100" dist="38100" dir="2700000" algn="tl">
                    <a:srgbClr val="000000">
                      <a:alpha val="43137"/>
                    </a:srgbClr>
                  </a:outerShdw>
                </a:effectLst>
              </a:defRPr>
            </a:lvl1pPr>
          </a:lstStyle>
          <a:p>
            <a:fld id="{A1EA33C4-6E91-4A95-864E-A6A838FBE588}"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103061" y="210312"/>
            <a:ext cx="546447" cy="413360"/>
          </a:xfrm>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1051559" y="2356793"/>
            <a:ext cx="3364992" cy="3467535"/>
          </a:xfrm>
          <a:solidFill>
            <a:schemeClr val="bg2"/>
          </a:solidFill>
          <a:ln>
            <a:noFill/>
          </a:ln>
          <a:effectLst>
            <a:outerShdw dist="12700" dir="16200000" rotWithShape="0">
              <a:prstClr val="black"/>
            </a:outerShdw>
          </a:effectLst>
        </p:spPr>
        <p:txBody>
          <a:bodyPr lIns="45720" tIns="137160" rIns="45720" anchor="ctr">
            <a:normAutofit/>
          </a:bodyPr>
          <a:lstStyle>
            <a:lvl1pPr marL="0">
              <a:defRPr/>
            </a:lvl1pPr>
            <a:lvl2pPr marL="0">
              <a:defRPr/>
            </a:lvl2pPr>
            <a:lvl3pPr marL="0">
              <a:defRPr/>
            </a:lvl3pPr>
            <a:lvl4pPr marL="0">
              <a:defRPr/>
            </a:lvl4pPr>
            <a:lvl5pPr mar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536034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r>
              <a:rPr lang="en-US" dirty="0"/>
              <a:t>Footer Text</a:t>
            </a:r>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B340F08F-40FA-4D3B-96CF-F8FAF483E9A7}" type="datetime1">
              <a:rPr lang="en-US" smtClean="0"/>
              <a:t>4/19/2026</a:t>
            </a:fld>
            <a:endParaRPr 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90730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762002"/>
            <a:ext cx="5294939"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70F70C4A-BA92-6BFC-3B1F-307DC253CC2B}"/>
              </a:ext>
            </a:extLst>
          </p:cNvPr>
          <p:cNvSpPr>
            <a:spLocks noGrp="1"/>
          </p:cNvSpPr>
          <p:nvPr>
            <p:ph type="ftr" sz="quarter" idx="15"/>
          </p:nvPr>
        </p:nvSpPr>
        <p:spPr/>
        <p:txBody>
          <a:bodyPr/>
          <a:lstStyle/>
          <a:p>
            <a:r>
              <a:rPr lang="en-US" dirty="0"/>
              <a:t>Footer Text</a:t>
            </a:r>
          </a:p>
        </p:txBody>
      </p:sp>
      <p:sp>
        <p:nvSpPr>
          <p:cNvPr id="8" name="Date Placeholder 7">
            <a:extLst>
              <a:ext uri="{FF2B5EF4-FFF2-40B4-BE49-F238E27FC236}">
                <a16:creationId xmlns:a16="http://schemas.microsoft.com/office/drawing/2014/main" id="{E2862A36-3103-C394-ACDE-9712D22EC1E9}"/>
              </a:ext>
            </a:extLst>
          </p:cNvPr>
          <p:cNvSpPr>
            <a:spLocks noGrp="1"/>
          </p:cNvSpPr>
          <p:nvPr>
            <p:ph type="dt" sz="half" idx="14"/>
          </p:nvPr>
        </p:nvSpPr>
        <p:spPr>
          <a:xfrm>
            <a:off x="6340642" y="207982"/>
            <a:ext cx="1921315" cy="413360"/>
          </a:xfrm>
        </p:spPr>
        <p:txBody>
          <a:bodyPr/>
          <a:lstStyle/>
          <a:p>
            <a:fld id="{025BF5DA-9B72-4C47-B5EF-1EED5B08EE79}" type="datetime1">
              <a:rPr lang="en-US" smtClean="0"/>
              <a:t>4/19/2026</a:t>
            </a:fld>
            <a:endParaRPr lang="en-US"/>
          </a:p>
        </p:txBody>
      </p:sp>
      <p:sp>
        <p:nvSpPr>
          <p:cNvPr id="11" name="Slide Number Placeholder 10">
            <a:extLst>
              <a:ext uri="{FF2B5EF4-FFF2-40B4-BE49-F238E27FC236}">
                <a16:creationId xmlns:a16="http://schemas.microsoft.com/office/drawing/2014/main" id="{E054C547-CF4F-67F9-FBC5-A0BE282578D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2442689"/>
            <a:ext cx="5875421"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6340642" y="762000"/>
            <a:ext cx="5432239"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58754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5875423"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86766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EB5EDF0F-3515-4895-B663-882304741893}"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89638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1152143"/>
            <a:ext cx="4350052" cy="2620959"/>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64000" y="210312"/>
            <a:ext cx="1569350" cy="411480"/>
          </a:xfrm>
        </p:spPr>
        <p:txBody>
          <a:bodyPr/>
          <a:lstStyle/>
          <a:p>
            <a:fld id="{B534C9EB-6793-4BE3-BB6C-BE53FADDC8D1}"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4089769"/>
            <a:ext cx="4921917" cy="2777751"/>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3" y="1152144"/>
            <a:ext cx="6414499" cy="5401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083425"/>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65792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7874" y="5197449"/>
            <a:ext cx="4244126" cy="146304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58383" y="210312"/>
            <a:ext cx="1569350" cy="411480"/>
          </a:xfrm>
        </p:spPr>
        <p:txBody>
          <a:bodyPr/>
          <a:lstStyle/>
          <a:p>
            <a:fld id="{0E608933-3727-45F8-8E35-F46170696AC2}"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794335"/>
            <a:ext cx="4921917" cy="4047478"/>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152144"/>
            <a:ext cx="6382512" cy="5340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841814"/>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876704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05B29ED0-7871-4976-8402-1756C1FAC1EA}"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7948243"/>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0624" y="5349240"/>
            <a:ext cx="11414692" cy="1225296"/>
          </a:xfrm>
        </p:spPr>
        <p:txBody>
          <a:bodyPr anchor="t">
            <a:normAutofit/>
          </a:bodyPr>
          <a:lstStyle>
            <a:lvl1pPr>
              <a:lnSpc>
                <a:spcPct val="80000"/>
              </a:lnSpc>
              <a:defRPr sz="4000" cap="all" spc="100" baseline="0">
                <a:solidFill>
                  <a:schemeClr val="tx2"/>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219455" y="1188321"/>
            <a:ext cx="11615861" cy="4258079"/>
          </a:xfrm>
        </p:spPr>
        <p:txBody>
          <a:bodyPr vert="horz" lIns="91440" tIns="45720" rIns="91440" bIns="45720" rtlCol="0" anchor="b">
            <a:normAutofit/>
          </a:bodyPr>
          <a:lstStyle>
            <a:lvl1pPr marL="0" indent="0">
              <a:lnSpc>
                <a:spcPct val="70000"/>
              </a:lnSpc>
              <a:buNone/>
              <a:defRPr lang="en-US" sz="40100" dirty="0">
                <a:ln>
                  <a:solidFill>
                    <a:schemeClr val="tx2"/>
                  </a:solidFill>
                </a:ln>
                <a:solidFill>
                  <a:schemeClr val="bg2"/>
                </a:solidFill>
                <a:latin typeface="+mj-lt"/>
              </a:defRPr>
            </a:lvl1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normAutofit/>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FFB8A85C-40AB-478D-AA51-CA7D29CEF737}"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367407E9-9629-73EA-8583-87EC092046E4}"/>
              </a:ext>
            </a:extLst>
          </p:cNvPr>
          <p:cNvCxnSpPr>
            <a:cxnSpLocks/>
          </p:cNvCxnSpPr>
          <p:nvPr/>
        </p:nvCxnSpPr>
        <p:spPr>
          <a:xfrm>
            <a:off x="0" y="50559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1EB09F8-0C93-A873-28FE-48A38B4CEAD9}"/>
              </a:ext>
            </a:extLst>
          </p:cNvPr>
          <p:cNvCxnSpPr>
            <a:cxnSpLocks/>
          </p:cNvCxnSpPr>
          <p:nvPr/>
        </p:nvCxnSpPr>
        <p:spPr>
          <a:xfrm>
            <a:off x="0" y="7887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3759223"/>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tx2"/>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FEA22AB6-0BB7-4DCA-85DA-8246194506D3}"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8809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Number Larg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1480" y="5172725"/>
            <a:ext cx="11356848" cy="777240"/>
          </a:xfrm>
        </p:spPr>
        <p:txBody>
          <a:bodyPr anchor="ctr">
            <a:normAutofit/>
          </a:bodyPr>
          <a:lstStyle>
            <a:lvl1pPr algn="ctr">
              <a:lnSpc>
                <a:spcPct val="110000"/>
              </a:lnSpc>
              <a:defRPr sz="2000" cap="all" spc="100" baseline="0">
                <a:solidFill>
                  <a:schemeClr val="tx2">
                    <a:lumMod val="90000"/>
                  </a:schemeClr>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822960" y="1201036"/>
            <a:ext cx="10543032" cy="4050792"/>
          </a:xfrm>
        </p:spPr>
        <p:txBody>
          <a:bodyPr vert="horz" lIns="91440" tIns="45720" rIns="91440" bIns="45720" rtlCol="0" anchor="t">
            <a:normAutofit/>
          </a:bodyPr>
          <a:lstStyle>
            <a:lvl1pPr marL="0" indent="0" algn="ctr">
              <a:lnSpc>
                <a:spcPct val="70000"/>
              </a:lnSpc>
              <a:buNone/>
              <a:defRPr lang="en-US" sz="40100" dirty="0">
                <a:solidFill>
                  <a:schemeClr val="tx2">
                    <a:lumMod val="90000"/>
                  </a:schemeClr>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54495"/>
            <a:ext cx="2962656" cy="411480"/>
          </a:xfrm>
        </p:spPr>
        <p:txBody>
          <a:bodyPr/>
          <a:lstStyle>
            <a:lvl1pPr>
              <a:defRPr>
                <a:solidFill>
                  <a:schemeClr val="tx2">
                    <a:lumMod val="90000"/>
                  </a:schemeClr>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54495"/>
            <a:ext cx="1679642" cy="411480"/>
          </a:xfrm>
        </p:spPr>
        <p:txBody>
          <a:bodyPr/>
          <a:lstStyle>
            <a:lvl1pPr>
              <a:defRPr>
                <a:solidFill>
                  <a:schemeClr val="tx2">
                    <a:lumMod val="90000"/>
                  </a:schemeClr>
                </a:solidFill>
              </a:defRPr>
            </a:lvl1pPr>
          </a:lstStyle>
          <a:p>
            <a:fld id="{C5FEC425-38EB-4C31-A115-909870F4944E}"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54496"/>
            <a:ext cx="546447" cy="413360"/>
          </a:xfrm>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2059084B-1C57-0F86-56B0-E7DC2934BA40}"/>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344636A-F38C-DF3B-6439-B5B73A797B53}"/>
              </a:ext>
            </a:extLst>
          </p:cNvPr>
          <p:cNvCxnSpPr>
            <a:cxnSpLocks/>
          </p:cNvCxnSpPr>
          <p:nvPr/>
        </p:nvCxnSpPr>
        <p:spPr>
          <a:xfrm>
            <a:off x="0" y="5274776"/>
            <a:ext cx="12192000" cy="0"/>
          </a:xfrm>
          <a:prstGeom prst="line">
            <a:avLst/>
          </a:prstGeom>
          <a:ln w="952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4270668"/>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453B8C54-B76A-4DD8-BD0B-11200408342B}" type="datetime1">
              <a:rPr lang="en-US" smtClean="0"/>
              <a:t>4/19/2026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753D0FD4-819D-4187-8797-C35567B41C78}" type="slidenum">
              <a:rPr lang="en-US" smtClean="0"/>
              <a:t>‹#›</a:t>
            </a:fld>
            <a:endParaRPr lang="en-US" dirty="0"/>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8823852"/>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576945" y="1341912"/>
            <a:ext cx="7024439" cy="4120737"/>
          </a:xfrm>
        </p:spPr>
        <p:txBody>
          <a:bodyPr anchor="ctr">
            <a:normAutofit/>
          </a:bodyPr>
          <a:lstStyle>
            <a:lvl1pPr marL="0" indent="0" algn="ctr">
              <a:lnSpc>
                <a:spcPct val="75000"/>
              </a:lnSpc>
              <a:buNone/>
              <a:defRPr sz="5400" b="0">
                <a:solidFill>
                  <a:schemeClr val="tx2"/>
                </a:solidFill>
                <a:latin typeface="+mj-lt"/>
              </a:defRPr>
            </a:lvl1pPr>
            <a:lvl2pPr marL="228600" indent="0" algn="ctr">
              <a:lnSpc>
                <a:spcPct val="75000"/>
              </a:lnSpc>
              <a:buNone/>
              <a:defRPr sz="4800" b="0">
                <a:solidFill>
                  <a:schemeClr val="tx2"/>
                </a:solidFill>
                <a:latin typeface="+mj-lt"/>
              </a:defRPr>
            </a:lvl2pPr>
            <a:lvl3pPr marL="457200" indent="0" algn="ctr">
              <a:lnSpc>
                <a:spcPct val="75000"/>
              </a:lnSpc>
              <a:buNone/>
              <a:defRPr sz="4400" b="0">
                <a:solidFill>
                  <a:schemeClr val="tx2"/>
                </a:solidFill>
                <a:latin typeface="+mj-lt"/>
              </a:defRPr>
            </a:lvl3pPr>
            <a:lvl4pPr marL="685800" indent="0" algn="ctr">
              <a:lnSpc>
                <a:spcPct val="75000"/>
              </a:lnSpc>
              <a:buNone/>
              <a:defRPr sz="4000" b="0">
                <a:solidFill>
                  <a:schemeClr val="tx2"/>
                </a:solidFill>
                <a:latin typeface="+mj-lt"/>
              </a:defRPr>
            </a:lvl4pPr>
            <a:lvl5pPr marL="914400" indent="0" algn="ctr">
              <a:lnSpc>
                <a:spcPct val="75000"/>
              </a:lnSpc>
              <a:buNone/>
              <a:defRPr sz="36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2" y="6264164"/>
            <a:ext cx="1679642" cy="413360"/>
          </a:xfrm>
        </p:spPr>
        <p:txBody>
          <a:bodyPr/>
          <a:lstStyle>
            <a:lvl1pPr>
              <a:defRPr>
                <a:solidFill>
                  <a:schemeClr val="tx2"/>
                </a:solidFill>
              </a:defRPr>
            </a:lvl1pPr>
          </a:lstStyle>
          <a:p>
            <a:fld id="{66BE189A-7DFE-4578-A781-50D475212B90}" type="datetime1">
              <a:rPr lang="en-US" smtClean="0"/>
              <a:t>4/19/2026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008063B-506A-41A1-A6EA-745A876C5191}"/>
              </a:ext>
            </a:extLst>
          </p:cNvPr>
          <p:cNvCxnSpPr>
            <a:cxnSpLocks/>
          </p:cNvCxnSpPr>
          <p:nvPr/>
        </p:nvCxnSpPr>
        <p:spPr>
          <a:xfrm>
            <a:off x="0" y="78162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2758C90-B148-7153-9C80-0F1076997894}"/>
              </a:ext>
            </a:extLst>
          </p:cNvPr>
          <p:cNvCxnSpPr>
            <a:cxnSpLocks/>
          </p:cNvCxnSpPr>
          <p:nvPr/>
        </p:nvCxnSpPr>
        <p:spPr>
          <a:xfrm>
            <a:off x="1693484"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5474C37-D361-EDB7-BCC5-35E1A6EC3D9B}"/>
              </a:ext>
            </a:extLst>
          </p:cNvPr>
          <p:cNvCxnSpPr>
            <a:cxnSpLocks/>
          </p:cNvCxnSpPr>
          <p:nvPr/>
        </p:nvCxnSpPr>
        <p:spPr>
          <a:xfrm>
            <a:off x="10491119"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0901390"/>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51725" y="1940090"/>
            <a:ext cx="10392476" cy="4614714"/>
          </a:xfrm>
        </p:spPr>
        <p:txBody>
          <a:bodyPr anchor="b">
            <a:noAutofit/>
          </a:bodyPr>
          <a:lstStyle>
            <a:lvl1pPr marL="0" indent="0">
              <a:lnSpc>
                <a:spcPct val="73000"/>
              </a:lnSpc>
              <a:buNone/>
              <a:defRPr sz="9600" b="0" cap="all" baseline="0">
                <a:solidFill>
                  <a:schemeClr val="tx2">
                    <a:lumMod val="75000"/>
                  </a:schemeClr>
                </a:solidFill>
                <a:latin typeface="+mj-lt"/>
              </a:defRPr>
            </a:lvl1pPr>
            <a:lvl2pPr marL="228600" indent="0">
              <a:lnSpc>
                <a:spcPct val="73000"/>
              </a:lnSpc>
              <a:buNone/>
              <a:defRPr sz="8800" b="0" cap="all" baseline="0">
                <a:solidFill>
                  <a:schemeClr val="tx2">
                    <a:lumMod val="75000"/>
                  </a:schemeClr>
                </a:solidFill>
                <a:latin typeface="+mj-lt"/>
              </a:defRPr>
            </a:lvl2pPr>
            <a:lvl3pPr marL="457200" indent="0">
              <a:lnSpc>
                <a:spcPct val="73000"/>
              </a:lnSpc>
              <a:buNone/>
              <a:defRPr sz="8000" b="0" cap="all" baseline="0">
                <a:solidFill>
                  <a:schemeClr val="tx2">
                    <a:lumMod val="75000"/>
                  </a:schemeClr>
                </a:solidFill>
                <a:latin typeface="+mj-lt"/>
              </a:defRPr>
            </a:lvl3pPr>
            <a:lvl4pPr marL="685800" indent="0">
              <a:lnSpc>
                <a:spcPct val="73000"/>
              </a:lnSpc>
              <a:buNone/>
              <a:defRPr sz="7200" b="0" cap="all" baseline="0">
                <a:solidFill>
                  <a:schemeClr val="tx2">
                    <a:lumMod val="75000"/>
                  </a:schemeClr>
                </a:solidFill>
                <a:latin typeface="+mj-lt"/>
              </a:defRPr>
            </a:lvl4pPr>
            <a:lvl5pPr marL="914400" indent="0">
              <a:lnSpc>
                <a:spcPct val="73000"/>
              </a:lnSpc>
              <a:buNone/>
              <a:defRPr sz="6600" b="0" cap="all" baseline="0">
                <a:solidFill>
                  <a:schemeClr val="tx2">
                    <a:lumMod val="75000"/>
                  </a:schemeClr>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lumMod val="90000"/>
                  </a:schemeClr>
                </a:solidFill>
              </a:defRPr>
            </a:lvl1p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lumMod val="90000"/>
                  </a:schemeClr>
                </a:solidFill>
              </a:defRPr>
            </a:lvl1pPr>
          </a:lstStyle>
          <a:p>
            <a:fld id="{386F9640-8612-4EBB-94A3-9F5B3C3C1651}" type="datetime1">
              <a:rPr lang="en-US" smtClean="0"/>
              <a:t>4/19/2026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3EBBBFEC-32A4-8333-CEC0-6858CB1833EF}"/>
              </a:ext>
            </a:extLst>
          </p:cNvPr>
          <p:cNvCxnSpPr>
            <a:cxnSpLocks/>
          </p:cNvCxnSpPr>
          <p:nvPr/>
        </p:nvCxnSpPr>
        <p:spPr>
          <a:xfrm>
            <a:off x="0" y="789563"/>
            <a:ext cx="12192000" cy="0"/>
          </a:xfrm>
          <a:prstGeom prst="line">
            <a:avLst/>
          </a:prstGeom>
          <a:ln w="9525">
            <a:solidFill>
              <a:schemeClr val="tx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8178486"/>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tatem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23098" y="-1133856"/>
            <a:ext cx="10090646"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384048"/>
            <a:ext cx="10090646" cy="4783756"/>
          </a:xfrm>
        </p:spPr>
        <p:txBody>
          <a:bodyPr anchor="t">
            <a:noAutofit/>
          </a:bodyPr>
          <a:lstStyle>
            <a:lvl1pPr marL="0" indent="0">
              <a:lnSpc>
                <a:spcPct val="100000"/>
              </a:lnSpc>
              <a:buNone/>
              <a:defRPr sz="7200" b="0">
                <a:solidFill>
                  <a:schemeClr val="accent1"/>
                </a:solidFill>
              </a:defRPr>
            </a:lvl1pPr>
            <a:lvl2pPr marL="228600" indent="0">
              <a:lnSpc>
                <a:spcPct val="100000"/>
              </a:lnSpc>
              <a:buNone/>
              <a:defRPr sz="6600" b="0">
                <a:solidFill>
                  <a:schemeClr val="accent1"/>
                </a:solidFill>
              </a:defRPr>
            </a:lvl2pPr>
            <a:lvl3pPr marL="457200" indent="0">
              <a:lnSpc>
                <a:spcPct val="100000"/>
              </a:lnSpc>
              <a:buNone/>
              <a:defRPr sz="6000" b="0">
                <a:solidFill>
                  <a:schemeClr val="accent1"/>
                </a:solidFill>
              </a:defRPr>
            </a:lvl3pPr>
            <a:lvl4pPr marL="685800" indent="0">
              <a:lnSpc>
                <a:spcPct val="100000"/>
              </a:lnSpc>
              <a:buNone/>
              <a:defRPr sz="5400" b="0">
                <a:solidFill>
                  <a:schemeClr val="accent1"/>
                </a:solidFill>
              </a:defRPr>
            </a:lvl4pPr>
            <a:lvl5pPr marL="914400" indent="0">
              <a:lnSpc>
                <a:spcPct val="100000"/>
              </a:lnSpc>
              <a:buNone/>
              <a:defRPr sz="48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1" y="6264164"/>
            <a:ext cx="2486677" cy="413360"/>
          </a:xfrm>
        </p:spPr>
        <p:txBody>
          <a:bodyPr/>
          <a:lstStyle>
            <a:lvl1pPr>
              <a:defRPr>
                <a:solidFill>
                  <a:schemeClr val="tx2"/>
                </a:solidFill>
              </a:defRPr>
            </a:lvl1pPr>
          </a:lstStyle>
          <a:p>
            <a:fld id="{9A3EC378-394E-4653-8FC8-8296D202D659}" type="datetime1">
              <a:rPr lang="en-US" smtClean="0"/>
              <a:t>4/19/2026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0510842"/>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15448BDD-274C-4BED-8350-833672089118}" type="datetime1">
              <a:rPr lang="en-US" smtClean="0"/>
              <a:t>4/19/2026</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3412685"/>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90288" y="5232212"/>
            <a:ext cx="10515600" cy="749808"/>
          </a:xfrm>
        </p:spPr>
        <p:txBody>
          <a:bodyPr anchor="ctr">
            <a:normAutofit/>
          </a:bodyPr>
          <a:lstStyle>
            <a:lvl1pPr>
              <a:defRPr sz="1600" cap="all"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380011"/>
            <a:ext cx="9400032" cy="4164557"/>
          </a:xfrm>
        </p:spPr>
        <p:txBody>
          <a:bodyPr anchor="t">
            <a:normAutofit/>
          </a:bodyPr>
          <a:lstStyle>
            <a:lvl1pPr marL="274320" indent="-274320">
              <a:lnSpc>
                <a:spcPct val="80000"/>
              </a:lnSpc>
              <a:buNone/>
              <a:defRPr sz="6000" cap="none" baseline="0">
                <a:solidFill>
                  <a:schemeClr val="accent1"/>
                </a:solidFill>
                <a:latin typeface="+mj-lt"/>
              </a:defRPr>
            </a:lvl1pPr>
            <a:lvl2pPr marL="274320" indent="-274320">
              <a:lnSpc>
                <a:spcPct val="80000"/>
              </a:lnSpc>
              <a:buNone/>
              <a:defRPr sz="5400" cap="none" baseline="0">
                <a:solidFill>
                  <a:schemeClr val="accent1"/>
                </a:solidFill>
                <a:latin typeface="+mj-lt"/>
              </a:defRPr>
            </a:lvl2pPr>
            <a:lvl3pPr marL="274320" indent="-274320">
              <a:lnSpc>
                <a:spcPct val="80000"/>
              </a:lnSpc>
              <a:buNone/>
              <a:defRPr sz="4800" cap="none" baseline="0">
                <a:solidFill>
                  <a:schemeClr val="accent1"/>
                </a:solidFill>
                <a:latin typeface="+mj-lt"/>
              </a:defRPr>
            </a:lvl3pPr>
            <a:lvl4pPr marL="274320" indent="-274320">
              <a:lnSpc>
                <a:spcPct val="80000"/>
              </a:lnSpc>
              <a:buNone/>
              <a:defRPr sz="4400" cap="none" baseline="0">
                <a:solidFill>
                  <a:schemeClr val="accent1"/>
                </a:solidFill>
                <a:latin typeface="+mj-lt"/>
              </a:defRPr>
            </a:lvl4pPr>
            <a:lvl5pPr marL="274320" indent="-274320">
              <a:lnSpc>
                <a:spcPct val="80000"/>
              </a:lnSpc>
              <a:buNone/>
              <a:defRPr sz="4400" cap="none" baseline="0">
                <a:solidFill>
                  <a:schemeClr val="accent1"/>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90287" y="6263640"/>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63640"/>
            <a:ext cx="2151180" cy="411480"/>
          </a:xfrm>
        </p:spPr>
        <p:txBody>
          <a:bodyPr/>
          <a:lstStyle>
            <a:lvl1pPr>
              <a:defRPr>
                <a:solidFill>
                  <a:schemeClr val="tx2"/>
                </a:solidFill>
              </a:defRPr>
            </a:lvl1pPr>
          </a:lstStyle>
          <a:p>
            <a:fld id="{C5523C14-B8E0-486C-AF8F-4829635E6A50}" type="datetime1">
              <a:rPr lang="en-US" smtClean="0"/>
              <a:t>4/19/2026</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12" name="Straight Connector 11">
            <a:extLst>
              <a:ext uri="{FF2B5EF4-FFF2-40B4-BE49-F238E27FC236}">
                <a16:creationId xmlns:a16="http://schemas.microsoft.com/office/drawing/2014/main" id="{AC9507B5-45FD-E0F8-4B50-156739F3ED87}"/>
              </a:ext>
            </a:extLst>
          </p:cNvPr>
          <p:cNvCxnSpPr>
            <a:cxnSpLocks/>
          </p:cNvCxnSpPr>
          <p:nvPr/>
        </p:nvCxnSpPr>
        <p:spPr>
          <a:xfrm>
            <a:off x="0" y="48627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05964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51105"/>
            <a:ext cx="9299448" cy="1005109"/>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24712"/>
            <a:ext cx="9692640" cy="4187952"/>
          </a:xfrm>
        </p:spPr>
        <p:txBody>
          <a:bodyPr>
            <a:normAutofit/>
          </a:bodyPr>
          <a:lstStyle>
            <a:lvl1pPr marL="274320" indent="-274320">
              <a:lnSpc>
                <a:spcPct val="70000"/>
              </a:lnSpc>
              <a:buNone/>
              <a:defRPr sz="9600" cap="all" baseline="0">
                <a:solidFill>
                  <a:schemeClr val="tx2">
                    <a:lumMod val="75000"/>
                  </a:schemeClr>
                </a:solidFill>
                <a:latin typeface="+mj-lt"/>
              </a:defRPr>
            </a:lvl1pPr>
            <a:lvl2pPr marL="274320" indent="-274320">
              <a:lnSpc>
                <a:spcPct val="70000"/>
              </a:lnSpc>
              <a:buNone/>
              <a:defRPr sz="8800" cap="all" baseline="0">
                <a:solidFill>
                  <a:schemeClr val="accent2">
                    <a:lumMod val="20000"/>
                    <a:lumOff val="80000"/>
                  </a:schemeClr>
                </a:solidFill>
                <a:latin typeface="+mj-lt"/>
              </a:defRPr>
            </a:lvl2pPr>
            <a:lvl3pPr marL="274320" indent="-274320">
              <a:lnSpc>
                <a:spcPct val="70000"/>
              </a:lnSpc>
              <a:buNone/>
              <a:defRPr sz="8000" cap="all" baseline="0">
                <a:solidFill>
                  <a:schemeClr val="accent2">
                    <a:lumMod val="20000"/>
                    <a:lumOff val="80000"/>
                  </a:schemeClr>
                </a:solidFill>
                <a:latin typeface="+mj-lt"/>
              </a:defRPr>
            </a:lvl3pPr>
            <a:lvl4pPr marL="274320" indent="-274320">
              <a:lnSpc>
                <a:spcPct val="70000"/>
              </a:lnSpc>
              <a:buNone/>
              <a:defRPr sz="7200" cap="all" baseline="0">
                <a:solidFill>
                  <a:schemeClr val="accent2">
                    <a:lumMod val="20000"/>
                    <a:lumOff val="80000"/>
                  </a:schemeClr>
                </a:solidFill>
                <a:latin typeface="+mj-lt"/>
              </a:defRPr>
            </a:lvl4pPr>
            <a:lvl5pPr marL="274320" indent="-274320">
              <a:lnSpc>
                <a:spcPct val="70000"/>
              </a:lnSpc>
              <a:buNone/>
              <a:defRPr sz="72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44572B0E-9936-490C-85D7-20C76E88EE7A}"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182936"/>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21900" y="5209160"/>
            <a:ext cx="10698480" cy="832104"/>
          </a:xfrm>
        </p:spPr>
        <p:txBody>
          <a:bodyPr anchor="ctr">
            <a:normAutofit/>
          </a:bodyPr>
          <a:lstStyle>
            <a:lvl1pPr>
              <a:defRPr sz="2800" cap="all" baseline="0">
                <a:solidFill>
                  <a:schemeClr val="accent1"/>
                </a:solidFill>
                <a:latin typeface="+mj-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749808"/>
            <a:ext cx="9400032" cy="3867912"/>
          </a:xfrm>
        </p:spPr>
        <p:txBody>
          <a:bodyPr>
            <a:normAutofit/>
          </a:bodyPr>
          <a:lstStyle>
            <a:lvl1pPr marL="182880" indent="-182880">
              <a:lnSpc>
                <a:spcPct val="100000"/>
              </a:lnSpc>
              <a:buNone/>
              <a:defRPr sz="4000" cap="none" baseline="0">
                <a:solidFill>
                  <a:schemeClr val="tx2"/>
                </a:solidFill>
                <a:latin typeface="+mn-lt"/>
              </a:defRPr>
            </a:lvl1pPr>
            <a:lvl2pPr marL="182880" indent="-182880">
              <a:lnSpc>
                <a:spcPct val="100000"/>
              </a:lnSpc>
              <a:buNone/>
              <a:defRPr sz="3600" cap="none" baseline="0">
                <a:solidFill>
                  <a:schemeClr val="tx2"/>
                </a:solidFill>
                <a:latin typeface="+mn-lt"/>
              </a:defRPr>
            </a:lvl2pPr>
            <a:lvl3pPr marL="182880" indent="-182880">
              <a:lnSpc>
                <a:spcPct val="100000"/>
              </a:lnSpc>
              <a:buNone/>
              <a:defRPr sz="3200" cap="none" baseline="0">
                <a:solidFill>
                  <a:schemeClr val="tx2"/>
                </a:solidFill>
                <a:latin typeface="+mn-lt"/>
              </a:defRPr>
            </a:lvl3pPr>
            <a:lvl4pPr marL="182880" indent="-182880">
              <a:lnSpc>
                <a:spcPct val="100000"/>
              </a:lnSpc>
              <a:buNone/>
              <a:defRPr sz="2800" cap="none" baseline="0">
                <a:solidFill>
                  <a:schemeClr val="tx2"/>
                </a:solidFill>
                <a:latin typeface="+mn-lt"/>
              </a:defRPr>
            </a:lvl4pPr>
            <a:lvl5pPr marL="182880" indent="-182880">
              <a:lnSpc>
                <a:spcPct val="100000"/>
              </a:lnSpc>
              <a:buNone/>
              <a:defRPr sz="2800" cap="none" baseline="0">
                <a:solidFill>
                  <a:schemeClr val="tx2"/>
                </a:solidFill>
                <a:latin typeface="+mn-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18ECF368-9FBC-4241-9AEA-ADD9AF02F7A8}"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E49C774-4A6A-D32B-59FA-2442E2B308E5}"/>
              </a:ext>
            </a:extLst>
          </p:cNvPr>
          <p:cNvCxnSpPr>
            <a:cxnSpLocks/>
          </p:cNvCxnSpPr>
          <p:nvPr/>
        </p:nvCxnSpPr>
        <p:spPr>
          <a:xfrm>
            <a:off x="0" y="5062769"/>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B23A142-B021-C473-CBA7-E0C9AA4E71D5}"/>
              </a:ext>
            </a:extLst>
          </p:cNvPr>
          <p:cNvCxnSpPr>
            <a:cxnSpLocks/>
          </p:cNvCxnSpPr>
          <p:nvPr/>
        </p:nvCxnSpPr>
        <p:spPr>
          <a:xfrm>
            <a:off x="0" y="6066955"/>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244848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r>
              <a:rPr lang="en-US" dirty="0"/>
              <a:t>Footer Text</a:t>
            </a:r>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9EAD527F-9C49-4481-A18C-80BA2EA99E79}" type="datetime1">
              <a:rPr lang="en-US" smtClean="0"/>
              <a:t>4/19/2026</a:t>
            </a:fld>
            <a:endParaRPr 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987400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dirty="0"/>
              <a:t>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F38039EB-95FD-42A0-BF06-87A9D15142C9}" type="datetime1">
              <a:rPr lang="en-US" smtClean="0"/>
              <a:t>4/19/2026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46434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r>
              <a:rPr lang="en-US" dirty="0"/>
              <a:t>Footer Text</a:t>
            </a:r>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6819701D-AA71-4F6F-B74A-236E07E9ABE4}" type="datetime1">
              <a:rPr lang="en-US" smtClean="0"/>
              <a:t>4/19/2026</a:t>
            </a:fld>
            <a:endParaRPr 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3915691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r>
              <a:rPr lang="en-US" dirty="0"/>
              <a:t>Footer Text</a:t>
            </a:r>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A886D589-8B08-4190-9F3B-BA01ED2999CB}" type="datetime1">
              <a:rPr lang="en-US" smtClean="0"/>
              <a:t>4/19/2026</a:t>
            </a:fld>
            <a:endParaRPr 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107859093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317774" y="1092200"/>
            <a:ext cx="3749040" cy="2907792"/>
          </a:xfrm>
        </p:spPr>
        <p:txBody>
          <a:bodyPr vert="horz" lIns="91440" tIns="45720" rIns="91440" bIns="45720" rtlCol="0" anchor="t">
            <a:normAutofit/>
          </a:bodyPr>
          <a:lstStyle>
            <a:lvl1pPr>
              <a:defRPr lang="en-US" sz="54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dirty="0"/>
              <a:t>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a:xfrm>
            <a:off x="4974336" y="207982"/>
            <a:ext cx="1921315" cy="413360"/>
          </a:xfrm>
        </p:spPr>
        <p:txBody>
          <a:bodyPr/>
          <a:lstStyle/>
          <a:p>
            <a:fld id="{F550E5DF-8560-4E07-A403-19861023D638}" type="datetime1">
              <a:rPr lang="en-US" smtClean="0"/>
              <a:t>4/19/2026</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317774" y="4096512"/>
            <a:ext cx="3749040" cy="232257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4974336" y="1092200"/>
            <a:ext cx="6858000" cy="53400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5718336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317773" y="1088136"/>
            <a:ext cx="3467048" cy="2905795"/>
          </a:xfrm>
        </p:spPr>
        <p:txBody>
          <a:bodyPr vert="horz" lIns="91440" tIns="45720" rIns="91440" bIns="45720" rtlCol="0" anchor="t">
            <a:normAutofit/>
          </a:bodyPr>
          <a:lstStyle>
            <a:lvl1pPr>
              <a:defRPr lang="en-US" sz="54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dirty="0"/>
              <a:t>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a:xfrm>
            <a:off x="4292854" y="207982"/>
            <a:ext cx="2605980" cy="413360"/>
          </a:xfrm>
        </p:spPr>
        <p:txBody>
          <a:bodyPr/>
          <a:lstStyle/>
          <a:p>
            <a:fld id="{5629972A-00A4-4626-8EEC-CE2966C6B0BF}" type="datetime1">
              <a:rPr lang="en-US" smtClean="0"/>
              <a:t>4/19/2026</a:t>
            </a:fld>
            <a:endParaRPr lang="en-US" dirty="0"/>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317773" y="4099034"/>
            <a:ext cx="3467048" cy="232562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292853" y="793729"/>
            <a:ext cx="7899147" cy="6073107"/>
          </a:xfrm>
          <a:blipFill>
            <a:blip r:embed="rId2">
              <a:alphaModFix amt="8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cxnSp>
        <p:nvCxnSpPr>
          <p:cNvPr id="9" name="Straight Connector 8">
            <a:extLst>
              <a:ext uri="{FF2B5EF4-FFF2-40B4-BE49-F238E27FC236}">
                <a16:creationId xmlns:a16="http://schemas.microsoft.com/office/drawing/2014/main" id="{CA44ED1E-1404-EA59-99E6-D28F5236A529}"/>
              </a:ext>
            </a:extLst>
          </p:cNvPr>
          <p:cNvCxnSpPr>
            <a:cxnSpLocks/>
          </p:cNvCxnSpPr>
          <p:nvPr/>
        </p:nvCxnSpPr>
        <p:spPr>
          <a:xfrm>
            <a:off x="4292853"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335496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12A08923-D58E-4822-B554-6A1173FCE25D}" type="datetime1">
              <a:rPr lang="en-US" smtClean="0"/>
              <a:t>4/19/2026</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58475511"/>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F50BF9E0-60DA-4D6D-8F14-825F152220D6}"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649627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18A4B20A-718A-4149-B5D2-676E857EB828}" type="datetime1">
              <a:rPr lang="en-US" smtClean="0"/>
              <a:t>4/19/2026</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11280588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Lst>
  <p:hf hdr="0"/>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AABE3-CF13-EF01-0B1B-0FFD4A52DBC4}"/>
              </a:ext>
            </a:extLst>
          </p:cNvPr>
          <p:cNvSpPr>
            <a:spLocks noGrp="1"/>
          </p:cNvSpPr>
          <p:nvPr>
            <p:ph type="ctrTitle"/>
          </p:nvPr>
        </p:nvSpPr>
        <p:spPr/>
        <p:txBody>
          <a:bodyPr>
            <a:normAutofit/>
          </a:bodyPr>
          <a:lstStyle/>
          <a:p>
            <a:r>
              <a:rPr lang="en-US">
                <a:solidFill>
                  <a:srgbClr val="F7F6F3"/>
                </a:solidFill>
                <a:latin typeface="Haettenschweiler"/>
                <a:cs typeface="Arial"/>
              </a:rPr>
              <a:t>From Waterfall to Agile: What </a:t>
            </a:r>
            <a:r>
              <a:rPr lang="en-US" err="1">
                <a:solidFill>
                  <a:srgbClr val="F7F6F3"/>
                </a:solidFill>
                <a:latin typeface="Haettenschweiler"/>
                <a:cs typeface="Arial"/>
              </a:rPr>
              <a:t>ChadaTech</a:t>
            </a:r>
            <a:r>
              <a:rPr lang="en-US">
                <a:solidFill>
                  <a:srgbClr val="F7F6F3"/>
                </a:solidFill>
                <a:latin typeface="Haettenschweiler"/>
                <a:cs typeface="Arial"/>
              </a:rPr>
              <a:t> Needs to Know</a:t>
            </a:r>
            <a:endParaRPr lang="en-US"/>
          </a:p>
        </p:txBody>
      </p:sp>
      <p:sp>
        <p:nvSpPr>
          <p:cNvPr id="3" name="Subtitle 2">
            <a:extLst>
              <a:ext uri="{FF2B5EF4-FFF2-40B4-BE49-F238E27FC236}">
                <a16:creationId xmlns:a16="http://schemas.microsoft.com/office/drawing/2014/main" id="{7A81B3BF-4639-E991-A959-A7BFF6529F5A}"/>
              </a:ext>
            </a:extLst>
          </p:cNvPr>
          <p:cNvSpPr>
            <a:spLocks noGrp="1"/>
          </p:cNvSpPr>
          <p:nvPr>
            <p:ph type="subTitle" idx="1"/>
          </p:nvPr>
        </p:nvSpPr>
        <p:spPr/>
        <p:txBody>
          <a:bodyPr>
            <a:normAutofit fontScale="77500" lnSpcReduction="20000"/>
          </a:bodyPr>
          <a:lstStyle/>
          <a:p>
            <a:r>
              <a:rPr lang="en-US" sz="1200"/>
              <a:t>A Review of the Scrum-Agile Approach Based on the SNHU Travel Pilot Project</a:t>
            </a:r>
          </a:p>
          <a:p>
            <a:br>
              <a:rPr lang="en-US" dirty="0"/>
            </a:br>
            <a:endParaRPr lang="en-US" dirty="0"/>
          </a:p>
        </p:txBody>
      </p:sp>
      <p:sp>
        <p:nvSpPr>
          <p:cNvPr id="4" name="Footer Placeholder 3">
            <a:extLst>
              <a:ext uri="{FF2B5EF4-FFF2-40B4-BE49-F238E27FC236}">
                <a16:creationId xmlns:a16="http://schemas.microsoft.com/office/drawing/2014/main" id="{E50F9A71-6AED-6EA1-093A-86A5FD3665BC}"/>
              </a:ext>
            </a:extLst>
          </p:cNvPr>
          <p:cNvSpPr>
            <a:spLocks noGrp="1"/>
          </p:cNvSpPr>
          <p:nvPr>
            <p:ph type="ftr" sz="quarter" idx="11"/>
          </p:nvPr>
        </p:nvSpPr>
        <p:spPr/>
        <p:txBody>
          <a:bodyPr>
            <a:normAutofit fontScale="92500" lnSpcReduction="20000"/>
          </a:bodyPr>
          <a:lstStyle/>
          <a:p>
            <a:r>
              <a:rPr lang="en-US"/>
              <a:t>NAjee Jones </a:t>
            </a:r>
          </a:p>
          <a:p>
            <a:r>
              <a:rPr lang="en-US"/>
              <a:t>CS-250-16359</a:t>
            </a:r>
          </a:p>
          <a:p>
            <a:r>
              <a:rPr lang="en-US"/>
              <a:t>Robin Chataut</a:t>
            </a:r>
          </a:p>
          <a:p>
            <a:endParaRPr lang="en-US" dirty="0"/>
          </a:p>
        </p:txBody>
      </p:sp>
      <p:pic>
        <p:nvPicPr>
          <p:cNvPr id="11" name="Picture Placeholder 10" descr="A person flying in the air&#10;&#10;AI-generated content may be incorrect.">
            <a:extLst>
              <a:ext uri="{FF2B5EF4-FFF2-40B4-BE49-F238E27FC236}">
                <a16:creationId xmlns:a16="http://schemas.microsoft.com/office/drawing/2014/main" id="{72729ABE-ED8C-F028-C82F-809F9EA32D4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9114" r="9114"/>
          <a:stretch>
            <a:fillRect/>
          </a:stretch>
        </p:blipFill>
        <p:spPr/>
      </p:pic>
      <p:sp>
        <p:nvSpPr>
          <p:cNvPr id="6" name="Date Placeholder 5">
            <a:extLst>
              <a:ext uri="{FF2B5EF4-FFF2-40B4-BE49-F238E27FC236}">
                <a16:creationId xmlns:a16="http://schemas.microsoft.com/office/drawing/2014/main" id="{08EE93FA-EC82-1659-82F6-4D5946647186}"/>
              </a:ext>
            </a:extLst>
          </p:cNvPr>
          <p:cNvSpPr>
            <a:spLocks noGrp="1"/>
          </p:cNvSpPr>
          <p:nvPr>
            <p:ph type="dt" sz="half" idx="10"/>
          </p:nvPr>
        </p:nvSpPr>
        <p:spPr/>
        <p:txBody>
          <a:bodyPr/>
          <a:lstStyle/>
          <a:p>
            <a:fld id="{BBB8170F-0370-4A38-8BF3-83D69476AE62}" type="datetime1">
              <a:rPr lang="en-US" smtClean="0"/>
              <a:t>4/19/2026</a:t>
            </a:fld>
            <a:endParaRPr lang="en-US" dirty="0"/>
          </a:p>
        </p:txBody>
      </p:sp>
      <p:sp>
        <p:nvSpPr>
          <p:cNvPr id="7" name="Slide Number Placeholder 6">
            <a:extLst>
              <a:ext uri="{FF2B5EF4-FFF2-40B4-BE49-F238E27FC236}">
                <a16:creationId xmlns:a16="http://schemas.microsoft.com/office/drawing/2014/main" id="{35A54B8B-12A2-AC01-1B53-5E0FB08D66F5}"/>
              </a:ext>
            </a:extLst>
          </p:cNvPr>
          <p:cNvSpPr>
            <a:spLocks noGrp="1"/>
          </p:cNvSpPr>
          <p:nvPr>
            <p:ph type="sldNum" sz="quarter" idx="12"/>
          </p:nvPr>
        </p:nvSpPr>
        <p:spPr/>
        <p:txBody>
          <a:bodyPr/>
          <a:lstStyle/>
          <a:p>
            <a:fld id="{753D0FD4-819D-4187-8797-C35567B41C78}" type="slidenum">
              <a:rPr lang="en-US" smtClean="0"/>
              <a:t>1</a:t>
            </a:fld>
            <a:endParaRPr lang="en-US"/>
          </a:p>
        </p:txBody>
      </p:sp>
    </p:spTree>
    <p:extLst>
      <p:ext uri="{BB962C8B-B14F-4D97-AF65-F5344CB8AC3E}">
        <p14:creationId xmlns:p14="http://schemas.microsoft.com/office/powerpoint/2010/main" val="348015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54DEE-A6A9-F1E9-7F33-67144C0F561F}"/>
              </a:ext>
            </a:extLst>
          </p:cNvPr>
          <p:cNvSpPr>
            <a:spLocks noGrp="1"/>
          </p:cNvSpPr>
          <p:nvPr>
            <p:ph type="title"/>
          </p:nvPr>
        </p:nvSpPr>
        <p:spPr/>
        <p:txBody>
          <a:bodyPr>
            <a:normAutofit fontScale="90000"/>
          </a:bodyPr>
          <a:lstStyle/>
          <a:p>
            <a:r>
              <a:rPr lang="en-US"/>
              <a:t>Agile Roles: Who Does What on a Scrum Team</a:t>
            </a:r>
          </a:p>
        </p:txBody>
      </p:sp>
      <p:sp>
        <p:nvSpPr>
          <p:cNvPr id="3" name="Content Placeholder 2">
            <a:extLst>
              <a:ext uri="{FF2B5EF4-FFF2-40B4-BE49-F238E27FC236}">
                <a16:creationId xmlns:a16="http://schemas.microsoft.com/office/drawing/2014/main" id="{3497C91B-3257-155B-048E-D29C599C7F06}"/>
              </a:ext>
            </a:extLst>
          </p:cNvPr>
          <p:cNvSpPr>
            <a:spLocks noGrp="1"/>
          </p:cNvSpPr>
          <p:nvPr>
            <p:ph idx="1"/>
          </p:nvPr>
        </p:nvSpPr>
        <p:spPr/>
        <p:txBody>
          <a:bodyPr vert="horz" lIns="91440" tIns="45720" rIns="91440" bIns="45720" rtlCol="0" anchor="t">
            <a:normAutofit fontScale="92500" lnSpcReduction="10000"/>
          </a:bodyPr>
          <a:lstStyle/>
          <a:p>
            <a:r>
              <a:rPr lang="en-US" dirty="0"/>
              <a:t>Product Owner — Owns the product backlog; prioritizes work by business value; represents the client</a:t>
            </a:r>
          </a:p>
          <a:p>
            <a:r>
              <a:rPr lang="en-US" dirty="0"/>
              <a:t>Scrum Master — Servant-leader; facilitates Scrum events; removes team blockers</a:t>
            </a:r>
          </a:p>
          <a:p>
            <a:r>
              <a:rPr lang="en-US"/>
              <a:t>Development Team — Self-organizing, cross-functional; owns the "how"; delivers working software</a:t>
            </a:r>
          </a:p>
          <a:p>
            <a:pPr marL="0" indent="0">
              <a:buNone/>
            </a:pPr>
            <a:r>
              <a:rPr lang="en-US" dirty="0"/>
              <a:t>The Scrum framework defines three roles, and each is essential. The Product Owner is the voice of the customer in our case, SNHU Travel. They make the call on what gets built and in what order, keeping the team focused on the highest value work at all times. The Scrum Master is not a project manager in the traditional sense. They do not assign tasks or control schedules. Instead, they protect the team from interference, facilitate the five Scrum events, and coach the organization on Agile principles. Research by Kristensen and Paasivaara (2021) found that Scrum Masters add measurable value by shielding teams from external disruptions and building the psychological safety that enables self-organization. The Development Team owns the execution. They are cross functional meaning they collectively have all the skills needed to deliver a product increment  and self-organizing, meaning they decide how to accomplish their sprint commitments. This distribution of authority is a deliberate design choice that increases accountability and reduces the bottlenecks common in top-down management structures.</a:t>
            </a:r>
          </a:p>
        </p:txBody>
      </p:sp>
      <p:sp>
        <p:nvSpPr>
          <p:cNvPr id="4" name="Footer Placeholder 3">
            <a:extLst>
              <a:ext uri="{FF2B5EF4-FFF2-40B4-BE49-F238E27FC236}">
                <a16:creationId xmlns:a16="http://schemas.microsoft.com/office/drawing/2014/main" id="{3D3D8BF9-21A6-CC5D-792F-60CEAADDA35A}"/>
              </a:ext>
            </a:extLst>
          </p:cNvPr>
          <p:cNvSpPr>
            <a:spLocks noGrp="1"/>
          </p:cNvSpPr>
          <p:nvPr>
            <p:ph type="ftr" sz="quarter" idx="11"/>
          </p:nvPr>
        </p:nvSpPr>
        <p:spPr/>
        <p:txBody>
          <a:bodyPr>
            <a:normAutofit fontScale="92500"/>
          </a:bodyPr>
          <a:lstStyle/>
          <a:p>
            <a:r>
              <a:rPr lang="en-US" sz="800" b="0">
                <a:solidFill>
                  <a:schemeClr val="tx1"/>
                </a:solidFill>
              </a:rPr>
              <a:t>NAjee Jones </a:t>
            </a:r>
          </a:p>
          <a:p>
            <a:r>
              <a:rPr lang="en-US" sz="800" b="0">
                <a:solidFill>
                  <a:schemeClr val="tx1"/>
                </a:solidFill>
              </a:rPr>
              <a:t>CS-250-16359</a:t>
            </a:r>
          </a:p>
          <a:p>
            <a:r>
              <a:rPr lang="en-US" sz="800" b="0">
                <a:solidFill>
                  <a:schemeClr val="tx1"/>
                </a:solidFill>
              </a:rPr>
              <a:t>Robin Chataut</a:t>
            </a:r>
            <a:endParaRPr lang="en-US" b="0">
              <a:solidFill>
                <a:schemeClr val="tx1"/>
              </a:solidFill>
            </a:endParaRPr>
          </a:p>
        </p:txBody>
      </p:sp>
      <p:sp>
        <p:nvSpPr>
          <p:cNvPr id="5" name="Date Placeholder 4">
            <a:extLst>
              <a:ext uri="{FF2B5EF4-FFF2-40B4-BE49-F238E27FC236}">
                <a16:creationId xmlns:a16="http://schemas.microsoft.com/office/drawing/2014/main" id="{E869764B-B4AC-1D55-70D6-D104F2BF543D}"/>
              </a:ext>
            </a:extLst>
          </p:cNvPr>
          <p:cNvSpPr>
            <a:spLocks noGrp="1"/>
          </p:cNvSpPr>
          <p:nvPr>
            <p:ph type="dt" sz="half" idx="10"/>
          </p:nvPr>
        </p:nvSpPr>
        <p:spPr/>
        <p:txBody>
          <a:bodyPr/>
          <a:lstStyle/>
          <a:p>
            <a:fld id="{20D15516-589F-487D-BF51-9635DCEA90D5}" type="datetime1">
              <a:rPr lang="en-US" smtClean="0"/>
              <a:t>4/19/2026</a:t>
            </a:fld>
            <a:endParaRPr lang="en-US"/>
          </a:p>
        </p:txBody>
      </p:sp>
      <p:sp>
        <p:nvSpPr>
          <p:cNvPr id="6" name="Slide Number Placeholder 5">
            <a:extLst>
              <a:ext uri="{FF2B5EF4-FFF2-40B4-BE49-F238E27FC236}">
                <a16:creationId xmlns:a16="http://schemas.microsoft.com/office/drawing/2014/main" id="{1DAE1B94-EE37-2B2B-946A-2C8946452156}"/>
              </a:ext>
            </a:extLst>
          </p:cNvPr>
          <p:cNvSpPr>
            <a:spLocks noGrp="1"/>
          </p:cNvSpPr>
          <p:nvPr>
            <p:ph type="sldNum" sz="quarter" idx="12"/>
          </p:nvPr>
        </p:nvSpPr>
        <p:spPr/>
        <p:txBody>
          <a:bodyPr/>
          <a:lstStyle/>
          <a:p>
            <a:fld id="{753D0FD4-819D-4187-8797-C35567B41C78}" type="slidenum">
              <a:rPr lang="en-US" smtClean="0"/>
              <a:t>2</a:t>
            </a:fld>
            <a:endParaRPr lang="en-US"/>
          </a:p>
        </p:txBody>
      </p:sp>
    </p:spTree>
    <p:extLst>
      <p:ext uri="{BB962C8B-B14F-4D97-AF65-F5344CB8AC3E}">
        <p14:creationId xmlns:p14="http://schemas.microsoft.com/office/powerpoint/2010/main" val="3616195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0E3D7-B6A6-644A-4CAC-B52E9C02ABC4}"/>
              </a:ext>
            </a:extLst>
          </p:cNvPr>
          <p:cNvSpPr>
            <a:spLocks noGrp="1"/>
          </p:cNvSpPr>
          <p:nvPr>
            <p:ph type="title"/>
          </p:nvPr>
        </p:nvSpPr>
        <p:spPr/>
        <p:txBody>
          <a:bodyPr>
            <a:normAutofit fontScale="90000"/>
          </a:bodyPr>
          <a:lstStyle/>
          <a:p>
            <a:r>
              <a:rPr lang="en-US"/>
              <a:t> Agile Phases: How the SDLC Works in Scrum</a:t>
            </a:r>
          </a:p>
        </p:txBody>
      </p:sp>
      <p:sp>
        <p:nvSpPr>
          <p:cNvPr id="3" name="Content Placeholder 2">
            <a:extLst>
              <a:ext uri="{FF2B5EF4-FFF2-40B4-BE49-F238E27FC236}">
                <a16:creationId xmlns:a16="http://schemas.microsoft.com/office/drawing/2014/main" id="{1C78E15E-7354-C2B9-E069-E6E89CC0FBCF}"/>
              </a:ext>
            </a:extLst>
          </p:cNvPr>
          <p:cNvSpPr>
            <a:spLocks noGrp="1"/>
          </p:cNvSpPr>
          <p:nvPr>
            <p:ph idx="1"/>
          </p:nvPr>
        </p:nvSpPr>
        <p:spPr/>
        <p:txBody>
          <a:bodyPr vert="horz" lIns="91440" tIns="45720" rIns="91440" bIns="45720" rtlCol="0" anchor="t">
            <a:normAutofit fontScale="92500" lnSpcReduction="20000"/>
          </a:bodyPr>
          <a:lstStyle/>
          <a:p>
            <a:r>
              <a:rPr lang="en-US"/>
              <a:t>Plan — Sprint Planning: team selects backlog items and commits to a sprint goal</a:t>
            </a:r>
          </a:p>
          <a:p>
            <a:r>
              <a:rPr lang="en-US" dirty="0"/>
              <a:t>Design &amp; Build — Development Team works in 1–4 week sprints to produce working software</a:t>
            </a:r>
          </a:p>
          <a:p>
            <a:r>
              <a:rPr lang="en-US"/>
              <a:t>Test — Testing is continuous within each sprint, not a final phase</a:t>
            </a:r>
          </a:p>
          <a:p>
            <a:r>
              <a:rPr lang="en-US" dirty="0"/>
              <a:t>Review — Sprint Review: working software demonstrated to stakeholders</a:t>
            </a:r>
          </a:p>
          <a:p>
            <a:r>
              <a:rPr lang="en-US"/>
              <a:t>Reflect — Sprint Retrospective: team improves its own process</a:t>
            </a:r>
          </a:p>
          <a:p>
            <a:pPr marL="0" indent="0">
              <a:buNone/>
            </a:pPr>
            <a:r>
              <a:rPr lang="en-US" dirty="0"/>
              <a:t>In a traditional waterfall model, the SDLC phases  requirements, design, development, testing, deployment happen once, in sequence. In Scrum Agile, these same activities happen repeatedly inside every sprint. Planning happens at the start of each sprint. Design and development happen throughout the sprint. Testing is not a separate phase that comes later it is embedded in the Definition of Done for every user story. The Sprint Review serves as the delivery and feedback moment, and the Retrospective closes the loop by giving the team a structured opportunity to improve before the next sprint begins. According to Schwaber and Sutherland (2020), this iterative structure is what allows Scrum teams to inspect and adapt continuously, rather than discovering problems only after a long development cycle has concluded. For </a:t>
            </a:r>
            <a:r>
              <a:rPr lang="en-US" dirty="0" err="1"/>
              <a:t>ChadaTech</a:t>
            </a:r>
            <a:r>
              <a:rPr lang="en-US" dirty="0"/>
              <a:t>, this means that leadership and clients see working software every two weeks not after six months.</a:t>
            </a:r>
          </a:p>
        </p:txBody>
      </p:sp>
      <p:sp>
        <p:nvSpPr>
          <p:cNvPr id="4" name="Footer Placeholder 3">
            <a:extLst>
              <a:ext uri="{FF2B5EF4-FFF2-40B4-BE49-F238E27FC236}">
                <a16:creationId xmlns:a16="http://schemas.microsoft.com/office/drawing/2014/main" id="{05BA1B1C-9D78-E512-D82B-0E135D12DD3E}"/>
              </a:ext>
            </a:extLst>
          </p:cNvPr>
          <p:cNvSpPr>
            <a:spLocks noGrp="1"/>
          </p:cNvSpPr>
          <p:nvPr>
            <p:ph type="ftr" sz="quarter" idx="11"/>
          </p:nvPr>
        </p:nvSpPr>
        <p:spPr/>
        <p:txBody>
          <a:bodyPr/>
          <a:lstStyle/>
          <a:p>
            <a:r>
              <a:rPr lang="en-US" sz="700" b="0">
                <a:solidFill>
                  <a:schemeClr val="tx1"/>
                </a:solidFill>
              </a:rPr>
              <a:t>NAjee Jones </a:t>
            </a:r>
            <a:endParaRPr lang="en-US" sz="700" b="0">
              <a:solidFill>
                <a:srgbClr val="000000"/>
              </a:solidFill>
            </a:endParaRPr>
          </a:p>
          <a:p>
            <a:r>
              <a:rPr lang="en-US" sz="700" b="0">
                <a:solidFill>
                  <a:schemeClr val="tx1"/>
                </a:solidFill>
              </a:rPr>
              <a:t>CS-250-16359</a:t>
            </a:r>
            <a:endParaRPr lang="en-US" sz="700" b="0">
              <a:solidFill>
                <a:srgbClr val="000000"/>
              </a:solidFill>
            </a:endParaRPr>
          </a:p>
          <a:p>
            <a:r>
              <a:rPr lang="en-US" sz="700" b="0">
                <a:solidFill>
                  <a:schemeClr val="tx1"/>
                </a:solidFill>
              </a:rPr>
              <a:t>Robin Chataut</a:t>
            </a:r>
            <a:endParaRPr lang="en-US"/>
          </a:p>
        </p:txBody>
      </p:sp>
      <p:sp>
        <p:nvSpPr>
          <p:cNvPr id="5" name="Date Placeholder 4">
            <a:extLst>
              <a:ext uri="{FF2B5EF4-FFF2-40B4-BE49-F238E27FC236}">
                <a16:creationId xmlns:a16="http://schemas.microsoft.com/office/drawing/2014/main" id="{B3481C04-26FC-9FEC-2042-F9F84FF9C839}"/>
              </a:ext>
            </a:extLst>
          </p:cNvPr>
          <p:cNvSpPr>
            <a:spLocks noGrp="1"/>
          </p:cNvSpPr>
          <p:nvPr>
            <p:ph type="dt" sz="half" idx="10"/>
          </p:nvPr>
        </p:nvSpPr>
        <p:spPr/>
        <p:txBody>
          <a:bodyPr/>
          <a:lstStyle/>
          <a:p>
            <a:fld id="{20D15516-589F-487D-BF51-9635DCEA90D5}" type="datetime1">
              <a:rPr lang="en-US" smtClean="0"/>
              <a:t>4/19/2026</a:t>
            </a:fld>
            <a:endParaRPr lang="en-US"/>
          </a:p>
        </p:txBody>
      </p:sp>
      <p:sp>
        <p:nvSpPr>
          <p:cNvPr id="6" name="Slide Number Placeholder 5">
            <a:extLst>
              <a:ext uri="{FF2B5EF4-FFF2-40B4-BE49-F238E27FC236}">
                <a16:creationId xmlns:a16="http://schemas.microsoft.com/office/drawing/2014/main" id="{CB93F72B-F8BE-EDEB-4BA7-7B88DE174547}"/>
              </a:ext>
            </a:extLst>
          </p:cNvPr>
          <p:cNvSpPr>
            <a:spLocks noGrp="1"/>
          </p:cNvSpPr>
          <p:nvPr>
            <p:ph type="sldNum" sz="quarter" idx="12"/>
          </p:nvPr>
        </p:nvSpPr>
        <p:spPr/>
        <p:txBody>
          <a:bodyPr/>
          <a:lstStyle/>
          <a:p>
            <a:fld id="{753D0FD4-819D-4187-8797-C35567B41C78}" type="slidenum">
              <a:rPr lang="en-US" smtClean="0"/>
              <a:t>3</a:t>
            </a:fld>
            <a:endParaRPr lang="en-US"/>
          </a:p>
        </p:txBody>
      </p:sp>
    </p:spTree>
    <p:extLst>
      <p:ext uri="{BB962C8B-B14F-4D97-AF65-F5344CB8AC3E}">
        <p14:creationId xmlns:p14="http://schemas.microsoft.com/office/powerpoint/2010/main" val="2575010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7CC07-021B-B173-6B4F-21B3326E2ACB}"/>
              </a:ext>
            </a:extLst>
          </p:cNvPr>
          <p:cNvSpPr>
            <a:spLocks noGrp="1"/>
          </p:cNvSpPr>
          <p:nvPr>
            <p:ph type="title"/>
          </p:nvPr>
        </p:nvSpPr>
        <p:spPr>
          <a:xfrm>
            <a:off x="34810" y="621306"/>
            <a:ext cx="12154211" cy="1097766"/>
          </a:xfrm>
        </p:spPr>
        <p:txBody>
          <a:bodyPr>
            <a:noAutofit/>
          </a:bodyPr>
          <a:lstStyle/>
          <a:p>
            <a:r>
              <a:rPr lang="en-US" sz="4800"/>
              <a:t>The Waterfall Approach: How It Would Have Been Different</a:t>
            </a:r>
          </a:p>
        </p:txBody>
      </p:sp>
      <p:sp>
        <p:nvSpPr>
          <p:cNvPr id="3" name="Content Placeholder 2">
            <a:extLst>
              <a:ext uri="{FF2B5EF4-FFF2-40B4-BE49-F238E27FC236}">
                <a16:creationId xmlns:a16="http://schemas.microsoft.com/office/drawing/2014/main" id="{96504AC2-09F3-5B2E-11B3-2E2581FB57CB}"/>
              </a:ext>
            </a:extLst>
          </p:cNvPr>
          <p:cNvSpPr>
            <a:spLocks noGrp="1"/>
          </p:cNvSpPr>
          <p:nvPr>
            <p:ph idx="1"/>
          </p:nvPr>
        </p:nvSpPr>
        <p:spPr/>
        <p:txBody>
          <a:bodyPr vert="horz" lIns="91440" tIns="45720" rIns="91440" bIns="45720" rtlCol="0" anchor="t">
            <a:normAutofit fontScale="85000" lnSpcReduction="20000"/>
          </a:bodyPr>
          <a:lstStyle/>
          <a:p>
            <a:r>
              <a:rPr lang="en-US"/>
              <a:t>Requirements locked in at project start — no room for mid-project changes</a:t>
            </a:r>
          </a:p>
          <a:p>
            <a:r>
              <a:rPr lang="en-US"/>
              <a:t>Design, development, and testing happen in strict sequence</a:t>
            </a:r>
          </a:p>
          <a:p>
            <a:r>
              <a:rPr lang="en-US"/>
              <a:t>Client sees the product only at final delivery</a:t>
            </a:r>
          </a:p>
          <a:p>
            <a:r>
              <a:rPr lang="en-US"/>
              <a:t>Change requests trigger formal, costly processes</a:t>
            </a:r>
          </a:p>
          <a:p>
            <a:r>
              <a:rPr lang="en-US" dirty="0"/>
              <a:t>Example: SNHU Travel's mid-project request for a user review feature would have required a formal change order, timeline renegotiation, and potential rework of completed phases</a:t>
            </a:r>
          </a:p>
          <a:p>
            <a:pPr marL="0" indent="0">
              <a:buNone/>
            </a:pPr>
            <a:r>
              <a:rPr lang="en-US" dirty="0"/>
              <a:t>Waterfall served </a:t>
            </a:r>
            <a:r>
              <a:rPr lang="en-US" dirty="0" err="1"/>
              <a:t>ChadaTech</a:t>
            </a:r>
            <a:r>
              <a:rPr lang="en-US" dirty="0"/>
              <a:t> well for years, and it is not without strengths. It produces clear documentation, predictable timelines for fixed scope work, and a structured audit trail all valuable in the right context. But the SNHU Travel project exposed its core limitation: it assumes that requirements can be fully known and agreed upon before development begins. In practice, clients often refine their understanding of what they need as they see the product take shape. On the SNHU Travel project, stakeholders requested a user review and ratings feature partway through development. Under Agile, this was handled by adding user stories to the backlog and scheduling them for the next sprint a minimal disruption. Under waterfall, the same request would have triggered a formal change control process, requiring renegotiation of the project scope, timeline, and potentially budget. Cobb (2023) describes this as one of waterfall's fundamental constraints: the cost of change rises steeply as the project progresses, making late stage adjustments disproportionately expensive relative to their actual complexity.</a:t>
            </a:r>
          </a:p>
        </p:txBody>
      </p:sp>
      <p:sp>
        <p:nvSpPr>
          <p:cNvPr id="4" name="Footer Placeholder 3">
            <a:extLst>
              <a:ext uri="{FF2B5EF4-FFF2-40B4-BE49-F238E27FC236}">
                <a16:creationId xmlns:a16="http://schemas.microsoft.com/office/drawing/2014/main" id="{241690CB-D8C6-5736-E61B-5850ED175F18}"/>
              </a:ext>
            </a:extLst>
          </p:cNvPr>
          <p:cNvSpPr>
            <a:spLocks noGrp="1"/>
          </p:cNvSpPr>
          <p:nvPr>
            <p:ph type="ftr" sz="quarter" idx="11"/>
          </p:nvPr>
        </p:nvSpPr>
        <p:spPr/>
        <p:txBody>
          <a:bodyPr>
            <a:normAutofit fontScale="92500" lnSpcReduction="20000"/>
          </a:bodyPr>
          <a:lstStyle/>
          <a:p>
            <a:r>
              <a:rPr lang="en-US"/>
              <a:t>NAjee Jones </a:t>
            </a:r>
          </a:p>
          <a:p>
            <a:r>
              <a:rPr lang="en-US"/>
              <a:t>CS-250-16359</a:t>
            </a:r>
          </a:p>
          <a:p>
            <a:r>
              <a:rPr lang="en-US"/>
              <a:t>Robin Chataut</a:t>
            </a:r>
          </a:p>
        </p:txBody>
      </p:sp>
      <p:sp>
        <p:nvSpPr>
          <p:cNvPr id="5" name="Date Placeholder 4">
            <a:extLst>
              <a:ext uri="{FF2B5EF4-FFF2-40B4-BE49-F238E27FC236}">
                <a16:creationId xmlns:a16="http://schemas.microsoft.com/office/drawing/2014/main" id="{BD71C09D-9524-17BC-2498-BB2E0171B92C}"/>
              </a:ext>
            </a:extLst>
          </p:cNvPr>
          <p:cNvSpPr>
            <a:spLocks noGrp="1"/>
          </p:cNvSpPr>
          <p:nvPr>
            <p:ph type="dt" sz="half" idx="10"/>
          </p:nvPr>
        </p:nvSpPr>
        <p:spPr/>
        <p:txBody>
          <a:bodyPr/>
          <a:lstStyle/>
          <a:p>
            <a:fld id="{20D15516-589F-487D-BF51-9635DCEA90D5}" type="datetime1">
              <a:rPr lang="en-US" smtClean="0"/>
              <a:t>4/19/2026</a:t>
            </a:fld>
            <a:endParaRPr lang="en-US"/>
          </a:p>
        </p:txBody>
      </p:sp>
      <p:sp>
        <p:nvSpPr>
          <p:cNvPr id="6" name="Slide Number Placeholder 5">
            <a:extLst>
              <a:ext uri="{FF2B5EF4-FFF2-40B4-BE49-F238E27FC236}">
                <a16:creationId xmlns:a16="http://schemas.microsoft.com/office/drawing/2014/main" id="{A59F9426-75E6-FE89-70CD-A2F64FDDD228}"/>
              </a:ext>
            </a:extLst>
          </p:cNvPr>
          <p:cNvSpPr>
            <a:spLocks noGrp="1"/>
          </p:cNvSpPr>
          <p:nvPr>
            <p:ph type="sldNum" sz="quarter" idx="12"/>
          </p:nvPr>
        </p:nvSpPr>
        <p:spPr/>
        <p:txBody>
          <a:bodyPr/>
          <a:lstStyle/>
          <a:p>
            <a:fld id="{753D0FD4-819D-4187-8797-C35567B41C78}" type="slidenum">
              <a:rPr lang="en-US" smtClean="0"/>
              <a:t>4</a:t>
            </a:fld>
            <a:endParaRPr lang="en-US"/>
          </a:p>
        </p:txBody>
      </p:sp>
    </p:spTree>
    <p:extLst>
      <p:ext uri="{BB962C8B-B14F-4D97-AF65-F5344CB8AC3E}">
        <p14:creationId xmlns:p14="http://schemas.microsoft.com/office/powerpoint/2010/main" val="3394342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D17E6-5A66-6BC1-F7CC-7E35B1B642E7}"/>
              </a:ext>
            </a:extLst>
          </p:cNvPr>
          <p:cNvSpPr>
            <a:spLocks noGrp="1"/>
          </p:cNvSpPr>
          <p:nvPr>
            <p:ph type="title"/>
          </p:nvPr>
        </p:nvSpPr>
        <p:spPr/>
        <p:txBody>
          <a:bodyPr>
            <a:normAutofit/>
          </a:bodyPr>
          <a:lstStyle/>
          <a:p>
            <a:r>
              <a:rPr lang="en-US"/>
              <a:t>Waterfall or Agile? How to Choose</a:t>
            </a:r>
          </a:p>
        </p:txBody>
      </p:sp>
      <p:graphicFrame>
        <p:nvGraphicFramePr>
          <p:cNvPr id="10" name="Content Placeholder 9">
            <a:extLst>
              <a:ext uri="{FF2B5EF4-FFF2-40B4-BE49-F238E27FC236}">
                <a16:creationId xmlns:a16="http://schemas.microsoft.com/office/drawing/2014/main" id="{2912D1C0-EDF7-61B6-CB06-E0505758AC3A}"/>
              </a:ext>
            </a:extLst>
          </p:cNvPr>
          <p:cNvGraphicFramePr>
            <a:graphicFrameLocks noGrp="1"/>
          </p:cNvGraphicFramePr>
          <p:nvPr>
            <p:ph idx="1"/>
            <p:extLst>
              <p:ext uri="{D42A27DB-BD31-4B8C-83A1-F6EECF244321}">
                <p14:modId xmlns:p14="http://schemas.microsoft.com/office/powerpoint/2010/main" val="3227672550"/>
              </p:ext>
            </p:extLst>
          </p:nvPr>
        </p:nvGraphicFramePr>
        <p:xfrm>
          <a:off x="320675" y="2139950"/>
          <a:ext cx="11253781" cy="2286000"/>
        </p:xfrm>
        <a:graphic>
          <a:graphicData uri="http://schemas.openxmlformats.org/drawingml/2006/table">
            <a:tbl>
              <a:tblPr bandRow="1">
                <a:tableStyleId>{5C22544A-7EE6-4342-B048-85BDC9FD1C3A}</a:tableStyleId>
              </a:tblPr>
              <a:tblGrid>
                <a:gridCol w="2533402">
                  <a:extLst>
                    <a:ext uri="{9D8B030D-6E8A-4147-A177-3AD203B41FA5}">
                      <a16:colId xmlns:a16="http://schemas.microsoft.com/office/drawing/2014/main" val="2127647158"/>
                    </a:ext>
                  </a:extLst>
                </a:gridCol>
                <a:gridCol w="4969119">
                  <a:extLst>
                    <a:ext uri="{9D8B030D-6E8A-4147-A177-3AD203B41FA5}">
                      <a16:colId xmlns:a16="http://schemas.microsoft.com/office/drawing/2014/main" val="77383363"/>
                    </a:ext>
                  </a:extLst>
                </a:gridCol>
                <a:gridCol w="3751260">
                  <a:extLst>
                    <a:ext uri="{9D8B030D-6E8A-4147-A177-3AD203B41FA5}">
                      <a16:colId xmlns:a16="http://schemas.microsoft.com/office/drawing/2014/main" val="3618391182"/>
                    </a:ext>
                  </a:extLst>
                </a:gridCol>
              </a:tblGrid>
              <a:tr h="343210">
                <a:tc>
                  <a:txBody>
                    <a:bodyPr/>
                    <a:lstStyle/>
                    <a:p>
                      <a:pPr>
                        <a:buNone/>
                      </a:pPr>
                      <a:r>
                        <a:rPr lang="en-US" sz="2400" b="1" u="sng"/>
                        <a:t>Factor</a:t>
                      </a:r>
                    </a:p>
                  </a:txBody>
                  <a:tcPr anchor="ctr">
                    <a:lnL>
                      <a:noFill/>
                    </a:lnL>
                    <a:lnR>
                      <a:noFill/>
                    </a:lnR>
                    <a:lnT>
                      <a:noFill/>
                    </a:lnT>
                    <a:lnB>
                      <a:noFill/>
                    </a:lnB>
                    <a:solidFill>
                      <a:srgbClr val="FFFFFF"/>
                    </a:solidFill>
                  </a:tcPr>
                </a:tc>
                <a:tc>
                  <a:txBody>
                    <a:bodyPr/>
                    <a:lstStyle/>
                    <a:p>
                      <a:pPr>
                        <a:buNone/>
                      </a:pPr>
                      <a:r>
                        <a:rPr lang="en-US" sz="2400" b="1" u="sng"/>
                        <a:t>Choose Waterfall</a:t>
                      </a:r>
                    </a:p>
                  </a:txBody>
                  <a:tcPr anchor="ctr">
                    <a:lnL>
                      <a:noFill/>
                    </a:lnL>
                    <a:lnR>
                      <a:noFill/>
                    </a:lnR>
                    <a:lnT>
                      <a:noFill/>
                    </a:lnT>
                    <a:lnB>
                      <a:noFill/>
                    </a:lnB>
                    <a:solidFill>
                      <a:srgbClr val="FFFFFF"/>
                    </a:solidFill>
                  </a:tcPr>
                </a:tc>
                <a:tc>
                  <a:txBody>
                    <a:bodyPr/>
                    <a:lstStyle/>
                    <a:p>
                      <a:pPr>
                        <a:buNone/>
                      </a:pPr>
                      <a:r>
                        <a:rPr lang="en-US" sz="2400" b="1" i="0" u="sng"/>
                        <a:t>Choose Agile</a:t>
                      </a:r>
                    </a:p>
                  </a:txBody>
                  <a:tcPr anchor="ctr">
                    <a:lnL>
                      <a:noFill/>
                    </a:lnL>
                    <a:lnR>
                      <a:noFill/>
                    </a:lnR>
                    <a:lnT>
                      <a:noFill/>
                    </a:lnT>
                    <a:lnB>
                      <a:noFill/>
                    </a:lnB>
                    <a:solidFill>
                      <a:srgbClr val="FFFFFF"/>
                    </a:solidFill>
                  </a:tcPr>
                </a:tc>
                <a:extLst>
                  <a:ext uri="{0D108BD9-81ED-4DB2-BD59-A6C34878D82A}">
                    <a16:rowId xmlns:a16="http://schemas.microsoft.com/office/drawing/2014/main" val="4194488539"/>
                  </a:ext>
                </a:extLst>
              </a:tr>
              <a:tr h="343210">
                <a:tc>
                  <a:txBody>
                    <a:bodyPr/>
                    <a:lstStyle/>
                    <a:p>
                      <a:pPr>
                        <a:buNone/>
                      </a:pPr>
                      <a:r>
                        <a:rPr lang="en-US">
                          <a:effectLst/>
                        </a:rPr>
                        <a:t>Requirements</a:t>
                      </a:r>
                    </a:p>
                  </a:txBody>
                  <a:tcPr anchor="ctr">
                    <a:lnL>
                      <a:noFill/>
                    </a:lnL>
                    <a:lnR>
                      <a:noFill/>
                    </a:lnR>
                    <a:lnT>
                      <a:noFill/>
                    </a:lnT>
                    <a:lnB>
                      <a:noFill/>
                    </a:lnB>
                    <a:solidFill>
                      <a:srgbClr val="FFFFFF"/>
                    </a:solidFill>
                  </a:tcPr>
                </a:tc>
                <a:tc>
                  <a:txBody>
                    <a:bodyPr/>
                    <a:lstStyle/>
                    <a:p>
                      <a:pPr>
                        <a:buNone/>
                      </a:pPr>
                      <a:r>
                        <a:rPr lang="en-US">
                          <a:effectLst/>
                        </a:rPr>
                        <a:t>Fixed and fully known upfront</a:t>
                      </a:r>
                    </a:p>
                  </a:txBody>
                  <a:tcPr anchor="ctr">
                    <a:lnL>
                      <a:noFill/>
                    </a:lnL>
                    <a:lnR>
                      <a:noFill/>
                    </a:lnR>
                    <a:lnT>
                      <a:noFill/>
                    </a:lnT>
                    <a:lnB>
                      <a:noFill/>
                    </a:lnB>
                    <a:solidFill>
                      <a:srgbClr val="FFFFFF"/>
                    </a:solidFill>
                  </a:tcPr>
                </a:tc>
                <a:tc>
                  <a:txBody>
                    <a:bodyPr/>
                    <a:lstStyle/>
                    <a:p>
                      <a:pPr>
                        <a:buNone/>
                      </a:pPr>
                      <a:r>
                        <a:rPr lang="en-US">
                          <a:effectLst/>
                        </a:rPr>
                        <a:t>Evolving or not fully defined</a:t>
                      </a:r>
                    </a:p>
                  </a:txBody>
                  <a:tcPr anchor="ctr">
                    <a:lnL>
                      <a:noFill/>
                    </a:lnL>
                    <a:lnR>
                      <a:noFill/>
                    </a:lnR>
                    <a:lnT>
                      <a:noFill/>
                    </a:lnT>
                    <a:lnB>
                      <a:noFill/>
                    </a:lnB>
                    <a:solidFill>
                      <a:srgbClr val="FFFFFF"/>
                    </a:solidFill>
                  </a:tcPr>
                </a:tc>
                <a:extLst>
                  <a:ext uri="{0D108BD9-81ED-4DB2-BD59-A6C34878D82A}">
                    <a16:rowId xmlns:a16="http://schemas.microsoft.com/office/drawing/2014/main" val="2205185763"/>
                  </a:ext>
                </a:extLst>
              </a:tr>
              <a:tr h="343210">
                <a:tc>
                  <a:txBody>
                    <a:bodyPr/>
                    <a:lstStyle/>
                    <a:p>
                      <a:pPr>
                        <a:buNone/>
                      </a:pPr>
                      <a:r>
                        <a:rPr lang="en-US">
                          <a:effectLst/>
                        </a:rPr>
                        <a:t>Client involvement</a:t>
                      </a:r>
                    </a:p>
                  </a:txBody>
                  <a:tcPr anchor="ctr">
                    <a:lnL>
                      <a:noFill/>
                    </a:lnL>
                    <a:lnR>
                      <a:noFill/>
                    </a:lnR>
                    <a:lnT>
                      <a:noFill/>
                    </a:lnT>
                    <a:lnB>
                      <a:noFill/>
                    </a:lnB>
                    <a:solidFill>
                      <a:srgbClr val="FFFFFF"/>
                    </a:solidFill>
                  </a:tcPr>
                </a:tc>
                <a:tc>
                  <a:txBody>
                    <a:bodyPr/>
                    <a:lstStyle/>
                    <a:p>
                      <a:pPr>
                        <a:buNone/>
                      </a:pPr>
                      <a:r>
                        <a:rPr lang="en-US">
                          <a:effectLst/>
                        </a:rPr>
                        <a:t>Low — defined at start</a:t>
                      </a:r>
                    </a:p>
                  </a:txBody>
                  <a:tcPr anchor="ctr">
                    <a:lnL>
                      <a:noFill/>
                    </a:lnL>
                    <a:lnR>
                      <a:noFill/>
                    </a:lnR>
                    <a:lnT>
                      <a:noFill/>
                    </a:lnT>
                    <a:lnB>
                      <a:noFill/>
                    </a:lnB>
                    <a:solidFill>
                      <a:srgbClr val="FFFFFF"/>
                    </a:solidFill>
                  </a:tcPr>
                </a:tc>
                <a:tc>
                  <a:txBody>
                    <a:bodyPr/>
                    <a:lstStyle/>
                    <a:p>
                      <a:pPr>
                        <a:buNone/>
                      </a:pPr>
                      <a:r>
                        <a:rPr lang="en-US">
                          <a:effectLst/>
                        </a:rPr>
                        <a:t>High — ongoing feedback needed</a:t>
                      </a:r>
                    </a:p>
                  </a:txBody>
                  <a:tcPr anchor="ctr">
                    <a:lnL>
                      <a:noFill/>
                    </a:lnL>
                    <a:lnR>
                      <a:noFill/>
                    </a:lnR>
                    <a:lnT>
                      <a:noFill/>
                    </a:lnT>
                    <a:lnB>
                      <a:noFill/>
                    </a:lnB>
                    <a:solidFill>
                      <a:srgbClr val="FFFFFF"/>
                    </a:solidFill>
                  </a:tcPr>
                </a:tc>
                <a:extLst>
                  <a:ext uri="{0D108BD9-81ED-4DB2-BD59-A6C34878D82A}">
                    <a16:rowId xmlns:a16="http://schemas.microsoft.com/office/drawing/2014/main" val="3176121774"/>
                  </a:ext>
                </a:extLst>
              </a:tr>
              <a:tr h="343210">
                <a:tc>
                  <a:txBody>
                    <a:bodyPr/>
                    <a:lstStyle/>
                    <a:p>
                      <a:pPr>
                        <a:buNone/>
                      </a:pPr>
                      <a:r>
                        <a:rPr lang="en-US">
                          <a:effectLst/>
                        </a:rPr>
                        <a:t>Team experience</a:t>
                      </a:r>
                    </a:p>
                  </a:txBody>
                  <a:tcPr anchor="ctr">
                    <a:lnL>
                      <a:noFill/>
                    </a:lnL>
                    <a:lnR>
                      <a:noFill/>
                    </a:lnR>
                    <a:lnT>
                      <a:noFill/>
                    </a:lnT>
                    <a:lnB>
                      <a:noFill/>
                    </a:lnB>
                    <a:solidFill>
                      <a:srgbClr val="FFFFFF"/>
                    </a:solidFill>
                  </a:tcPr>
                </a:tc>
                <a:tc>
                  <a:txBody>
                    <a:bodyPr/>
                    <a:lstStyle/>
                    <a:p>
                      <a:pPr>
                        <a:buNone/>
                      </a:pPr>
                      <a:r>
                        <a:rPr lang="en-US">
                          <a:effectLst/>
                        </a:rPr>
                        <a:t>Experienced with sequential delivery</a:t>
                      </a:r>
                    </a:p>
                  </a:txBody>
                  <a:tcPr anchor="ctr">
                    <a:lnL>
                      <a:noFill/>
                    </a:lnL>
                    <a:lnR>
                      <a:noFill/>
                    </a:lnR>
                    <a:lnT>
                      <a:noFill/>
                    </a:lnT>
                    <a:lnB>
                      <a:noFill/>
                    </a:lnB>
                    <a:solidFill>
                      <a:srgbClr val="FFFFFF"/>
                    </a:solidFill>
                  </a:tcPr>
                </a:tc>
                <a:tc>
                  <a:txBody>
                    <a:bodyPr/>
                    <a:lstStyle/>
                    <a:p>
                      <a:pPr>
                        <a:buNone/>
                      </a:pPr>
                      <a:r>
                        <a:rPr lang="en-US">
                          <a:effectLst/>
                        </a:rPr>
                        <a:t>Comfortable with self-organization</a:t>
                      </a:r>
                    </a:p>
                  </a:txBody>
                  <a:tcPr anchor="ctr">
                    <a:lnL>
                      <a:noFill/>
                    </a:lnL>
                    <a:lnR>
                      <a:noFill/>
                    </a:lnR>
                    <a:lnT>
                      <a:noFill/>
                    </a:lnT>
                    <a:lnB>
                      <a:noFill/>
                    </a:lnB>
                    <a:solidFill>
                      <a:srgbClr val="FFFFFF"/>
                    </a:solidFill>
                  </a:tcPr>
                </a:tc>
                <a:extLst>
                  <a:ext uri="{0D108BD9-81ED-4DB2-BD59-A6C34878D82A}">
                    <a16:rowId xmlns:a16="http://schemas.microsoft.com/office/drawing/2014/main" val="2968847356"/>
                  </a:ext>
                </a:extLst>
              </a:tr>
              <a:tr h="343210">
                <a:tc>
                  <a:txBody>
                    <a:bodyPr/>
                    <a:lstStyle/>
                    <a:p>
                      <a:pPr>
                        <a:buNone/>
                      </a:pPr>
                      <a:r>
                        <a:rPr lang="en-US">
                          <a:effectLst/>
                        </a:rPr>
                        <a:t>Risk tolerance</a:t>
                      </a:r>
                    </a:p>
                  </a:txBody>
                  <a:tcPr anchor="ctr">
                    <a:lnL>
                      <a:noFill/>
                    </a:lnL>
                    <a:lnR>
                      <a:noFill/>
                    </a:lnR>
                    <a:lnT>
                      <a:noFill/>
                    </a:lnT>
                    <a:lnB>
                      <a:noFill/>
                    </a:lnB>
                    <a:solidFill>
                      <a:srgbClr val="FFFFFF"/>
                    </a:solidFill>
                  </a:tcPr>
                </a:tc>
                <a:tc>
                  <a:txBody>
                    <a:bodyPr/>
                    <a:lstStyle/>
                    <a:p>
                      <a:pPr>
                        <a:buNone/>
                      </a:pPr>
                      <a:r>
                        <a:rPr lang="en-US">
                          <a:effectLst/>
                        </a:rPr>
                        <a:t>Low — predictability is critical</a:t>
                      </a:r>
                    </a:p>
                  </a:txBody>
                  <a:tcPr anchor="ctr">
                    <a:lnL>
                      <a:noFill/>
                    </a:lnL>
                    <a:lnR>
                      <a:noFill/>
                    </a:lnR>
                    <a:lnT>
                      <a:noFill/>
                    </a:lnT>
                    <a:lnB>
                      <a:noFill/>
                    </a:lnB>
                    <a:solidFill>
                      <a:srgbClr val="FFFFFF"/>
                    </a:solidFill>
                  </a:tcPr>
                </a:tc>
                <a:tc>
                  <a:txBody>
                    <a:bodyPr/>
                    <a:lstStyle/>
                    <a:p>
                      <a:pPr>
                        <a:buNone/>
                      </a:pPr>
                      <a:r>
                        <a:rPr lang="en-US">
                          <a:effectLst/>
                        </a:rPr>
                        <a:t>Higher — adaptability is valued</a:t>
                      </a:r>
                    </a:p>
                  </a:txBody>
                  <a:tcPr anchor="ctr">
                    <a:lnL>
                      <a:noFill/>
                    </a:lnL>
                    <a:lnR>
                      <a:noFill/>
                    </a:lnR>
                    <a:lnT>
                      <a:noFill/>
                    </a:lnT>
                    <a:lnB>
                      <a:noFill/>
                    </a:lnB>
                    <a:solidFill>
                      <a:srgbClr val="FFFFFF"/>
                    </a:solidFill>
                  </a:tcPr>
                </a:tc>
                <a:extLst>
                  <a:ext uri="{0D108BD9-81ED-4DB2-BD59-A6C34878D82A}">
                    <a16:rowId xmlns:a16="http://schemas.microsoft.com/office/drawing/2014/main" val="4259935550"/>
                  </a:ext>
                </a:extLst>
              </a:tr>
              <a:tr h="343210">
                <a:tc>
                  <a:txBody>
                    <a:bodyPr/>
                    <a:lstStyle/>
                    <a:p>
                      <a:pPr>
                        <a:buNone/>
                      </a:pPr>
                      <a:r>
                        <a:rPr lang="en-US">
                          <a:effectLst/>
                        </a:rPr>
                        <a:t>Project size</a:t>
                      </a:r>
                    </a:p>
                  </a:txBody>
                  <a:tcPr anchor="ctr">
                    <a:lnL>
                      <a:noFill/>
                    </a:lnL>
                    <a:lnR>
                      <a:noFill/>
                    </a:lnR>
                    <a:lnT>
                      <a:noFill/>
                    </a:lnT>
                    <a:lnB>
                      <a:noFill/>
                    </a:lnB>
                    <a:solidFill>
                      <a:srgbClr val="FFFFFF"/>
                    </a:solidFill>
                  </a:tcPr>
                </a:tc>
                <a:tc>
                  <a:txBody>
                    <a:bodyPr/>
                    <a:lstStyle/>
                    <a:p>
                      <a:pPr>
                        <a:buNone/>
                      </a:pPr>
                      <a:r>
                        <a:rPr lang="en-US">
                          <a:effectLst/>
                        </a:rPr>
                        <a:t>Large, complex, long-horizon</a:t>
                      </a:r>
                    </a:p>
                  </a:txBody>
                  <a:tcPr anchor="ctr">
                    <a:lnL>
                      <a:noFill/>
                    </a:lnL>
                    <a:lnR>
                      <a:noFill/>
                    </a:lnR>
                    <a:lnT>
                      <a:noFill/>
                    </a:lnT>
                    <a:lnB>
                      <a:noFill/>
                    </a:lnB>
                    <a:solidFill>
                      <a:srgbClr val="FFFFFF"/>
                    </a:solidFill>
                  </a:tcPr>
                </a:tc>
                <a:tc>
                  <a:txBody>
                    <a:bodyPr/>
                    <a:lstStyle/>
                    <a:p>
                      <a:pPr>
                        <a:buNone/>
                      </a:pPr>
                      <a:r>
                        <a:rPr lang="en-US">
                          <a:effectLst/>
                        </a:rPr>
                        <a:t>Varying; iterative delivery preferred</a:t>
                      </a:r>
                    </a:p>
                  </a:txBody>
                  <a:tcPr anchor="ctr">
                    <a:lnL>
                      <a:noFill/>
                    </a:lnL>
                    <a:lnR>
                      <a:noFill/>
                    </a:lnR>
                    <a:lnT>
                      <a:noFill/>
                    </a:lnT>
                    <a:lnB>
                      <a:noFill/>
                    </a:lnB>
                    <a:solidFill>
                      <a:srgbClr val="FFFFFF"/>
                    </a:solidFill>
                  </a:tcPr>
                </a:tc>
                <a:extLst>
                  <a:ext uri="{0D108BD9-81ED-4DB2-BD59-A6C34878D82A}">
                    <a16:rowId xmlns:a16="http://schemas.microsoft.com/office/drawing/2014/main" val="1447107732"/>
                  </a:ext>
                </a:extLst>
              </a:tr>
            </a:tbl>
          </a:graphicData>
        </a:graphic>
      </p:graphicFrame>
      <p:sp>
        <p:nvSpPr>
          <p:cNvPr id="4" name="Footer Placeholder 3">
            <a:extLst>
              <a:ext uri="{FF2B5EF4-FFF2-40B4-BE49-F238E27FC236}">
                <a16:creationId xmlns:a16="http://schemas.microsoft.com/office/drawing/2014/main" id="{8BBA9907-2541-7B83-7B5C-52D68161FF8A}"/>
              </a:ext>
            </a:extLst>
          </p:cNvPr>
          <p:cNvSpPr>
            <a:spLocks noGrp="1"/>
          </p:cNvSpPr>
          <p:nvPr>
            <p:ph type="ftr" sz="quarter" idx="11"/>
          </p:nvPr>
        </p:nvSpPr>
        <p:spPr/>
        <p:txBody>
          <a:bodyPr>
            <a:normAutofit fontScale="92500" lnSpcReduction="20000"/>
          </a:bodyPr>
          <a:lstStyle/>
          <a:p>
            <a:r>
              <a:rPr lang="en-US"/>
              <a:t>NAjee Jones </a:t>
            </a:r>
          </a:p>
          <a:p>
            <a:r>
              <a:rPr lang="en-US"/>
              <a:t>CS-250-16359</a:t>
            </a:r>
          </a:p>
          <a:p>
            <a:r>
              <a:rPr lang="en-US"/>
              <a:t>Robin Chataut</a:t>
            </a:r>
          </a:p>
        </p:txBody>
      </p:sp>
      <p:sp>
        <p:nvSpPr>
          <p:cNvPr id="5" name="Date Placeholder 4">
            <a:extLst>
              <a:ext uri="{FF2B5EF4-FFF2-40B4-BE49-F238E27FC236}">
                <a16:creationId xmlns:a16="http://schemas.microsoft.com/office/drawing/2014/main" id="{CE1A382A-6AD8-B6A4-5AE5-207E5D2689EA}"/>
              </a:ext>
            </a:extLst>
          </p:cNvPr>
          <p:cNvSpPr>
            <a:spLocks noGrp="1"/>
          </p:cNvSpPr>
          <p:nvPr>
            <p:ph type="dt" sz="half" idx="10"/>
          </p:nvPr>
        </p:nvSpPr>
        <p:spPr/>
        <p:txBody>
          <a:bodyPr/>
          <a:lstStyle/>
          <a:p>
            <a:fld id="{20D15516-589F-487D-BF51-9635DCEA90D5}" type="datetime1">
              <a:rPr lang="en-US" smtClean="0"/>
              <a:t>4/19/2026</a:t>
            </a:fld>
            <a:endParaRPr lang="en-US"/>
          </a:p>
        </p:txBody>
      </p:sp>
      <p:sp>
        <p:nvSpPr>
          <p:cNvPr id="6" name="Slide Number Placeholder 5">
            <a:extLst>
              <a:ext uri="{FF2B5EF4-FFF2-40B4-BE49-F238E27FC236}">
                <a16:creationId xmlns:a16="http://schemas.microsoft.com/office/drawing/2014/main" id="{243E484B-5E3F-DDBA-0FDC-C14385A57E4E}"/>
              </a:ext>
            </a:extLst>
          </p:cNvPr>
          <p:cNvSpPr>
            <a:spLocks noGrp="1"/>
          </p:cNvSpPr>
          <p:nvPr>
            <p:ph type="sldNum" sz="quarter" idx="12"/>
          </p:nvPr>
        </p:nvSpPr>
        <p:spPr/>
        <p:txBody>
          <a:bodyPr/>
          <a:lstStyle/>
          <a:p>
            <a:fld id="{753D0FD4-819D-4187-8797-C35567B41C78}" type="slidenum">
              <a:rPr lang="en-US" smtClean="0"/>
              <a:t>5</a:t>
            </a:fld>
            <a:endParaRPr lang="en-US"/>
          </a:p>
        </p:txBody>
      </p:sp>
      <p:sp>
        <p:nvSpPr>
          <p:cNvPr id="13" name="TextBox 12">
            <a:extLst>
              <a:ext uri="{FF2B5EF4-FFF2-40B4-BE49-F238E27FC236}">
                <a16:creationId xmlns:a16="http://schemas.microsoft.com/office/drawing/2014/main" id="{045B2BAF-5057-6830-1303-31C164A00A37}"/>
              </a:ext>
            </a:extLst>
          </p:cNvPr>
          <p:cNvSpPr txBox="1"/>
          <p:nvPr/>
        </p:nvSpPr>
        <p:spPr>
          <a:xfrm>
            <a:off x="316676" y="4438402"/>
            <a:ext cx="11776362"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The honest answer is that neither methodology is universally superior the right choice depends on the nature of the project and the client relationship. Waterfall is a strong fit when requirements are stable, the client cannot be available for ongoing collaboration, and regulatory or contractual constraints require detailed upfront documentation. Defense contracts, infrastructure projects, and compliance driven systems often fall into this category. Agile is a strong fit when requirements are likely to evolve, the client wants visibility and input throughout development, and speed to market is a priority. </a:t>
            </a:r>
            <a:r>
              <a:rPr lang="en-US" sz="1200" dirty="0" err="1"/>
              <a:t>Digital.ai's</a:t>
            </a:r>
            <a:r>
              <a:rPr lang="en-US" sz="1200" dirty="0"/>
              <a:t> (2022) State of Agile Report found that the top reasons organizations adopt Agile are to accelerate software delivery, improve the ability to manage changing priorities, and increase team productivity all outcomes that align directly with the kind of client facing application development </a:t>
            </a:r>
            <a:r>
              <a:rPr lang="en-US" sz="1200" dirty="0" err="1"/>
              <a:t>ChadaTech</a:t>
            </a:r>
            <a:r>
              <a:rPr lang="en-US" sz="1200" dirty="0"/>
              <a:t> does for companies like SNHU Travel. Based on the pilot, I recommend </a:t>
            </a:r>
            <a:r>
              <a:rPr lang="en-US" sz="1200" dirty="0" err="1"/>
              <a:t>ChadaTech</a:t>
            </a:r>
            <a:r>
              <a:rPr lang="en-US" sz="1200" dirty="0"/>
              <a:t> adopt Agile for client facing, iterative projects while retaining waterfall as an option for fixed scope engagements where requirements are fully defined at contract signing.</a:t>
            </a:r>
          </a:p>
          <a:p>
            <a:pPr algn="ctr"/>
            <a:endParaRPr lang="en-US"/>
          </a:p>
        </p:txBody>
      </p:sp>
    </p:spTree>
    <p:extLst>
      <p:ext uri="{BB962C8B-B14F-4D97-AF65-F5344CB8AC3E}">
        <p14:creationId xmlns:p14="http://schemas.microsoft.com/office/powerpoint/2010/main" val="1955938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15C1A-6D52-0648-0238-90F8C9791FA8}"/>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662AD3A1-3FBA-50B0-795B-1A5ABA32B09D}"/>
              </a:ext>
            </a:extLst>
          </p:cNvPr>
          <p:cNvSpPr>
            <a:spLocks noGrp="1"/>
          </p:cNvSpPr>
          <p:nvPr>
            <p:ph idx="1"/>
          </p:nvPr>
        </p:nvSpPr>
        <p:spPr/>
        <p:txBody>
          <a:bodyPr vert="horz" lIns="91440" tIns="45720" rIns="91440" bIns="45720" rtlCol="0" anchor="t">
            <a:normAutofit/>
          </a:bodyPr>
          <a:lstStyle/>
          <a:p>
            <a:r>
              <a:rPr lang="en-US"/>
              <a:t>Cobb, C. G. (2023). The project manager's guide to mastering Agile: Principles and practices for an adaptive approach. Wiley.</a:t>
            </a:r>
          </a:p>
          <a:p>
            <a:r>
              <a:rPr lang="en-US"/>
              <a:t>Digital.ai. (2022). 16th annual state of Agile report. https://digital.ai/resource-center/analyst-reports/state-of-agile-report/</a:t>
            </a:r>
          </a:p>
          <a:p>
            <a:r>
              <a:rPr lang="en-US" dirty="0"/>
              <a:t>Kristensen, S. H., &amp; Paasivaara, M. (2021). What added value does a Scrum master bring to the </a:t>
            </a:r>
            <a:r>
              <a:rPr lang="en-US" dirty="0" err="1"/>
              <a:t>organisation</a:t>
            </a:r>
            <a:r>
              <a:rPr lang="en-US" dirty="0"/>
              <a:t>?—A case study at Nordea. 2021 47th </a:t>
            </a:r>
            <a:r>
              <a:rPr lang="en-US" dirty="0" err="1"/>
              <a:t>Euromicro</a:t>
            </a:r>
            <a:r>
              <a:rPr lang="en-US" dirty="0"/>
              <a:t> Conference on Software Engineering and Advanced Applications (SEAA), 270–278. https://doi.org/10.1109/SEAA53835.2021.00041</a:t>
            </a:r>
          </a:p>
          <a:p>
            <a:r>
              <a:rPr lang="en-US"/>
              <a:t>Schwaber, K., &amp; Sutherland, J. (2020). The Scrum Guide: The definitive guide to Scrum: The rules of the game. Scrum.org. https://scrumguides.org/scrum-guide.html</a:t>
            </a:r>
          </a:p>
        </p:txBody>
      </p:sp>
      <p:sp>
        <p:nvSpPr>
          <p:cNvPr id="4" name="Footer Placeholder 3">
            <a:extLst>
              <a:ext uri="{FF2B5EF4-FFF2-40B4-BE49-F238E27FC236}">
                <a16:creationId xmlns:a16="http://schemas.microsoft.com/office/drawing/2014/main" id="{29AD2083-8421-C0D2-6B45-CCA49F28EF9D}"/>
              </a:ext>
            </a:extLst>
          </p:cNvPr>
          <p:cNvSpPr>
            <a:spLocks noGrp="1"/>
          </p:cNvSpPr>
          <p:nvPr>
            <p:ph type="ftr" sz="quarter" idx="11"/>
          </p:nvPr>
        </p:nvSpPr>
        <p:spPr/>
        <p:txBody>
          <a:bodyPr>
            <a:normAutofit fontScale="92500" lnSpcReduction="20000"/>
          </a:bodyPr>
          <a:lstStyle/>
          <a:p>
            <a:r>
              <a:rPr lang="en-US"/>
              <a:t>NAjee Jones </a:t>
            </a:r>
          </a:p>
          <a:p>
            <a:r>
              <a:rPr lang="en-US"/>
              <a:t>CS-250-16359</a:t>
            </a:r>
          </a:p>
          <a:p>
            <a:r>
              <a:rPr lang="en-US"/>
              <a:t>Robin Chataut</a:t>
            </a:r>
          </a:p>
        </p:txBody>
      </p:sp>
      <p:sp>
        <p:nvSpPr>
          <p:cNvPr id="5" name="Date Placeholder 4">
            <a:extLst>
              <a:ext uri="{FF2B5EF4-FFF2-40B4-BE49-F238E27FC236}">
                <a16:creationId xmlns:a16="http://schemas.microsoft.com/office/drawing/2014/main" id="{B73F7F7C-57CA-C81B-4A74-0BDFFCC5178F}"/>
              </a:ext>
            </a:extLst>
          </p:cNvPr>
          <p:cNvSpPr>
            <a:spLocks noGrp="1"/>
          </p:cNvSpPr>
          <p:nvPr>
            <p:ph type="dt" sz="half" idx="10"/>
          </p:nvPr>
        </p:nvSpPr>
        <p:spPr/>
        <p:txBody>
          <a:bodyPr/>
          <a:lstStyle/>
          <a:p>
            <a:fld id="{20D15516-589F-487D-BF51-9635DCEA90D5}" type="datetime1">
              <a:rPr lang="en-US" smtClean="0"/>
              <a:t>4/19/2026</a:t>
            </a:fld>
            <a:endParaRPr lang="en-US"/>
          </a:p>
        </p:txBody>
      </p:sp>
      <p:sp>
        <p:nvSpPr>
          <p:cNvPr id="6" name="Slide Number Placeholder 5">
            <a:extLst>
              <a:ext uri="{FF2B5EF4-FFF2-40B4-BE49-F238E27FC236}">
                <a16:creationId xmlns:a16="http://schemas.microsoft.com/office/drawing/2014/main" id="{1BDCB874-7C77-574C-B7CC-38AE8105D6EE}"/>
              </a:ext>
            </a:extLst>
          </p:cNvPr>
          <p:cNvSpPr>
            <a:spLocks noGrp="1"/>
          </p:cNvSpPr>
          <p:nvPr>
            <p:ph type="sldNum" sz="quarter" idx="12"/>
          </p:nvPr>
        </p:nvSpPr>
        <p:spPr/>
        <p:txBody>
          <a:bodyPr/>
          <a:lstStyle/>
          <a:p>
            <a:fld id="{753D0FD4-819D-4187-8797-C35567B41C78}" type="slidenum">
              <a:rPr lang="en-US" smtClean="0"/>
              <a:t>6</a:t>
            </a:fld>
            <a:endParaRPr lang="en-US"/>
          </a:p>
        </p:txBody>
      </p:sp>
    </p:spTree>
    <p:extLst>
      <p:ext uri="{BB962C8B-B14F-4D97-AF65-F5344CB8AC3E}">
        <p14:creationId xmlns:p14="http://schemas.microsoft.com/office/powerpoint/2010/main" val="769925629"/>
      </p:ext>
    </p:extLst>
  </p:cSld>
  <p:clrMapOvr>
    <a:masterClrMapping/>
  </p:clrMapOvr>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A923440E-1285-45C1-B66B-8630BD70D041}" vid="{F02A544F-3BB0-402C-9DE1-17A1995AA5F3}"/>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846201E-DF07-4095-9F76-DD2E789400A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B0AEFF06-C01D-4782-9025-60F06DFEAF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3E87D78-9CEC-4EE9-94B9-0F2EEEB8A06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Editorial</Template>
  <TotalTime>0</TotalTime>
  <Words>8</Words>
  <Application>Microsoft Office PowerPoint</Application>
  <PresentationFormat>Widescreen</PresentationFormat>
  <Paragraphs>5</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Editorial</vt:lpstr>
      <vt:lpstr>From Waterfall to Agile: What ChadaTech Needs to Know</vt:lpstr>
      <vt:lpstr>Agile Roles: Who Does What on a Scrum Team</vt:lpstr>
      <vt:lpstr> Agile Phases: How the SDLC Works in Scrum</vt:lpstr>
      <vt:lpstr>The Waterfall Approach: How It Would Have Been Different</vt:lpstr>
      <vt:lpstr>Waterfall or Agile? How to Choose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107</cp:revision>
  <dcterms:created xsi:type="dcterms:W3CDTF">2026-04-20T02:10:04Z</dcterms:created>
  <dcterms:modified xsi:type="dcterms:W3CDTF">2026-04-20T02:42:43Z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